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86AF7-0A39-4C9C-B730-34AA09283BD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B4E1F3-D81A-44A6-9A96-766B3B5BFEE3}">
      <dgm:prSet/>
      <dgm:spPr/>
      <dgm:t>
        <a:bodyPr/>
        <a:lstStyle/>
        <a:p>
          <a:r>
            <a:rPr lang="ro-RO" baseline="0"/>
            <a:t>Joc tip puzzle în Python, folosind Tkinter</a:t>
          </a:r>
          <a:endParaRPr lang="en-US"/>
        </a:p>
      </dgm:t>
    </dgm:pt>
    <dgm:pt modelId="{61DD97CC-5251-4C0B-A3A2-51B14B62143F}" type="parTrans" cxnId="{600BDF5B-E433-4B65-A505-BB6A35D52B86}">
      <dgm:prSet/>
      <dgm:spPr/>
      <dgm:t>
        <a:bodyPr/>
        <a:lstStyle/>
        <a:p>
          <a:endParaRPr lang="en-US"/>
        </a:p>
      </dgm:t>
    </dgm:pt>
    <dgm:pt modelId="{76D570F6-930B-49C7-8156-444578FFCEB0}" type="sibTrans" cxnId="{600BDF5B-E433-4B65-A505-BB6A35D52B86}">
      <dgm:prSet/>
      <dgm:spPr/>
      <dgm:t>
        <a:bodyPr/>
        <a:lstStyle/>
        <a:p>
          <a:endParaRPr lang="en-US"/>
        </a:p>
      </dgm:t>
    </dgm:pt>
    <dgm:pt modelId="{8506D88B-B1FB-450B-B5AC-91D70A833659}">
      <dgm:prSet/>
      <dgm:spPr/>
      <dgm:t>
        <a:bodyPr/>
        <a:lstStyle/>
        <a:p>
          <a:r>
            <a:rPr lang="ro-RO" baseline="0"/>
            <a:t>Combinație = potrivirea a trei sau mai multe bomboane</a:t>
          </a:r>
          <a:endParaRPr lang="en-US"/>
        </a:p>
      </dgm:t>
    </dgm:pt>
    <dgm:pt modelId="{2B819A2A-D259-4B8E-A5AE-4D2F7CD8B217}" type="parTrans" cxnId="{48C3CD45-74A1-472F-A15F-A8373001004A}">
      <dgm:prSet/>
      <dgm:spPr/>
      <dgm:t>
        <a:bodyPr/>
        <a:lstStyle/>
        <a:p>
          <a:endParaRPr lang="en-US"/>
        </a:p>
      </dgm:t>
    </dgm:pt>
    <dgm:pt modelId="{86EB16C6-8672-48D7-BEA0-59B5C09AF75E}" type="sibTrans" cxnId="{48C3CD45-74A1-472F-A15F-A8373001004A}">
      <dgm:prSet/>
      <dgm:spPr/>
      <dgm:t>
        <a:bodyPr/>
        <a:lstStyle/>
        <a:p>
          <a:endParaRPr lang="en-US"/>
        </a:p>
      </dgm:t>
    </dgm:pt>
    <dgm:pt modelId="{3AEC5E28-A113-44CF-819E-719E73D9178B}">
      <dgm:prSet/>
      <dgm:spPr/>
      <dgm:t>
        <a:bodyPr/>
        <a:lstStyle/>
        <a:p>
          <a:r>
            <a:rPr lang="ro-RO" baseline="0"/>
            <a:t>Proiect realizat în Pycharm</a:t>
          </a:r>
          <a:endParaRPr lang="en-US"/>
        </a:p>
      </dgm:t>
    </dgm:pt>
    <dgm:pt modelId="{DFF09BB6-4ECF-46CF-8B8A-D78F6E562A9A}" type="parTrans" cxnId="{E6A8ABC3-4B1F-475D-B37E-E1A55AA1891F}">
      <dgm:prSet/>
      <dgm:spPr/>
      <dgm:t>
        <a:bodyPr/>
        <a:lstStyle/>
        <a:p>
          <a:endParaRPr lang="en-US"/>
        </a:p>
      </dgm:t>
    </dgm:pt>
    <dgm:pt modelId="{4E3690EF-D690-4778-BF64-C5073C10677A}" type="sibTrans" cxnId="{E6A8ABC3-4B1F-475D-B37E-E1A55AA1891F}">
      <dgm:prSet/>
      <dgm:spPr/>
      <dgm:t>
        <a:bodyPr/>
        <a:lstStyle/>
        <a:p>
          <a:endParaRPr lang="en-US"/>
        </a:p>
      </dgm:t>
    </dgm:pt>
    <dgm:pt modelId="{D2A9746D-841E-4643-8FC4-D9E54CFC8843}">
      <dgm:prSet/>
      <dgm:spPr/>
      <dgm:t>
        <a:bodyPr/>
        <a:lstStyle/>
        <a:p>
          <a:r>
            <a:rPr lang="ro-RO" baseline="0"/>
            <a:t>Focus: logică+interfață+interacțiune</a:t>
          </a:r>
          <a:endParaRPr lang="en-US"/>
        </a:p>
      </dgm:t>
    </dgm:pt>
    <dgm:pt modelId="{A50603C8-F5DF-4128-9675-C7ED7F3CCA6E}" type="parTrans" cxnId="{C632C115-65C3-454B-868B-94471CEA4952}">
      <dgm:prSet/>
      <dgm:spPr/>
      <dgm:t>
        <a:bodyPr/>
        <a:lstStyle/>
        <a:p>
          <a:endParaRPr lang="en-US"/>
        </a:p>
      </dgm:t>
    </dgm:pt>
    <dgm:pt modelId="{D6DF7FFB-E8CB-443B-BF8F-96E525A70E71}" type="sibTrans" cxnId="{C632C115-65C3-454B-868B-94471CEA4952}">
      <dgm:prSet/>
      <dgm:spPr/>
      <dgm:t>
        <a:bodyPr/>
        <a:lstStyle/>
        <a:p>
          <a:endParaRPr lang="en-US"/>
        </a:p>
      </dgm:t>
    </dgm:pt>
    <dgm:pt modelId="{435C7B1C-89C4-4897-9E50-D7D19D59B5B5}" type="pres">
      <dgm:prSet presAssocID="{AC786AF7-0A39-4C9C-B730-34AA09283BD7}" presName="linear" presStyleCnt="0">
        <dgm:presLayoutVars>
          <dgm:animLvl val="lvl"/>
          <dgm:resizeHandles val="exact"/>
        </dgm:presLayoutVars>
      </dgm:prSet>
      <dgm:spPr/>
    </dgm:pt>
    <dgm:pt modelId="{CC0B119E-64B6-4440-B0F5-295B2C66FEBD}" type="pres">
      <dgm:prSet presAssocID="{60B4E1F3-D81A-44A6-9A96-766B3B5BFE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CFDF06-CD56-4238-89EB-6ABBCBFE0F37}" type="pres">
      <dgm:prSet presAssocID="{76D570F6-930B-49C7-8156-444578FFCEB0}" presName="spacer" presStyleCnt="0"/>
      <dgm:spPr/>
    </dgm:pt>
    <dgm:pt modelId="{72301066-18D7-4932-A689-A4947080045E}" type="pres">
      <dgm:prSet presAssocID="{8506D88B-B1FB-450B-B5AC-91D70A8336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0D580C-8D13-48FA-9D46-B45597B0B364}" type="pres">
      <dgm:prSet presAssocID="{86EB16C6-8672-48D7-BEA0-59B5C09AF75E}" presName="spacer" presStyleCnt="0"/>
      <dgm:spPr/>
    </dgm:pt>
    <dgm:pt modelId="{DF5A3916-1EB7-4D01-BD75-5297789EE67F}" type="pres">
      <dgm:prSet presAssocID="{3AEC5E28-A113-44CF-819E-719E73D917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A955D3-C65C-4F75-A764-BFC51856E5E4}" type="pres">
      <dgm:prSet presAssocID="{4E3690EF-D690-4778-BF64-C5073C10677A}" presName="spacer" presStyleCnt="0"/>
      <dgm:spPr/>
    </dgm:pt>
    <dgm:pt modelId="{AC83B338-59F0-4F44-BB01-2006B8207DBA}" type="pres">
      <dgm:prSet presAssocID="{D2A9746D-841E-4643-8FC4-D9E54CFC884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101E501-BD33-4FA7-8902-02CCCDDEE284}" type="presOf" srcId="{60B4E1F3-D81A-44A6-9A96-766B3B5BFEE3}" destId="{CC0B119E-64B6-4440-B0F5-295B2C66FEBD}" srcOrd="0" destOrd="0" presId="urn:microsoft.com/office/officeart/2005/8/layout/vList2"/>
    <dgm:cxn modelId="{C632C115-65C3-454B-868B-94471CEA4952}" srcId="{AC786AF7-0A39-4C9C-B730-34AA09283BD7}" destId="{D2A9746D-841E-4643-8FC4-D9E54CFC8843}" srcOrd="3" destOrd="0" parTransId="{A50603C8-F5DF-4128-9675-C7ED7F3CCA6E}" sibTransId="{D6DF7FFB-E8CB-443B-BF8F-96E525A70E71}"/>
    <dgm:cxn modelId="{600BDF5B-E433-4B65-A505-BB6A35D52B86}" srcId="{AC786AF7-0A39-4C9C-B730-34AA09283BD7}" destId="{60B4E1F3-D81A-44A6-9A96-766B3B5BFEE3}" srcOrd="0" destOrd="0" parTransId="{61DD97CC-5251-4C0B-A3A2-51B14B62143F}" sibTransId="{76D570F6-930B-49C7-8156-444578FFCEB0}"/>
    <dgm:cxn modelId="{94001B64-BC90-4D24-AF75-31007D8D92DF}" type="presOf" srcId="{8506D88B-B1FB-450B-B5AC-91D70A833659}" destId="{72301066-18D7-4932-A689-A4947080045E}" srcOrd="0" destOrd="0" presId="urn:microsoft.com/office/officeart/2005/8/layout/vList2"/>
    <dgm:cxn modelId="{48C3CD45-74A1-472F-A15F-A8373001004A}" srcId="{AC786AF7-0A39-4C9C-B730-34AA09283BD7}" destId="{8506D88B-B1FB-450B-B5AC-91D70A833659}" srcOrd="1" destOrd="0" parTransId="{2B819A2A-D259-4B8E-A5AE-4D2F7CD8B217}" sibTransId="{86EB16C6-8672-48D7-BEA0-59B5C09AF75E}"/>
    <dgm:cxn modelId="{0A0F868E-77B1-4800-8817-2CEA1EB0F275}" type="presOf" srcId="{AC786AF7-0A39-4C9C-B730-34AA09283BD7}" destId="{435C7B1C-89C4-4897-9E50-D7D19D59B5B5}" srcOrd="0" destOrd="0" presId="urn:microsoft.com/office/officeart/2005/8/layout/vList2"/>
    <dgm:cxn modelId="{F3D2F2AB-A055-4931-A9FE-DB1A9C125436}" type="presOf" srcId="{D2A9746D-841E-4643-8FC4-D9E54CFC8843}" destId="{AC83B338-59F0-4F44-BB01-2006B8207DBA}" srcOrd="0" destOrd="0" presId="urn:microsoft.com/office/officeart/2005/8/layout/vList2"/>
    <dgm:cxn modelId="{7CFFDFBC-9C73-4CAB-9265-B80DDF0A163F}" type="presOf" srcId="{3AEC5E28-A113-44CF-819E-719E73D9178B}" destId="{DF5A3916-1EB7-4D01-BD75-5297789EE67F}" srcOrd="0" destOrd="0" presId="urn:microsoft.com/office/officeart/2005/8/layout/vList2"/>
    <dgm:cxn modelId="{E6A8ABC3-4B1F-475D-B37E-E1A55AA1891F}" srcId="{AC786AF7-0A39-4C9C-B730-34AA09283BD7}" destId="{3AEC5E28-A113-44CF-819E-719E73D9178B}" srcOrd="2" destOrd="0" parTransId="{DFF09BB6-4ECF-46CF-8B8A-D78F6E562A9A}" sibTransId="{4E3690EF-D690-4778-BF64-C5073C10677A}"/>
    <dgm:cxn modelId="{29FD3761-A696-4413-A7B2-ED6B722DB468}" type="presParOf" srcId="{435C7B1C-89C4-4897-9E50-D7D19D59B5B5}" destId="{CC0B119E-64B6-4440-B0F5-295B2C66FEBD}" srcOrd="0" destOrd="0" presId="urn:microsoft.com/office/officeart/2005/8/layout/vList2"/>
    <dgm:cxn modelId="{10D71E55-528E-48C6-ACEC-25D80382FA7B}" type="presParOf" srcId="{435C7B1C-89C4-4897-9E50-D7D19D59B5B5}" destId="{23CFDF06-CD56-4238-89EB-6ABBCBFE0F37}" srcOrd="1" destOrd="0" presId="urn:microsoft.com/office/officeart/2005/8/layout/vList2"/>
    <dgm:cxn modelId="{45FB3B1E-3ED5-496D-8CB2-E4C4BCEDE4EF}" type="presParOf" srcId="{435C7B1C-89C4-4897-9E50-D7D19D59B5B5}" destId="{72301066-18D7-4932-A689-A4947080045E}" srcOrd="2" destOrd="0" presId="urn:microsoft.com/office/officeart/2005/8/layout/vList2"/>
    <dgm:cxn modelId="{06FC011D-14D7-48A6-AC70-25D4B50796B1}" type="presParOf" srcId="{435C7B1C-89C4-4897-9E50-D7D19D59B5B5}" destId="{1C0D580C-8D13-48FA-9D46-B45597B0B364}" srcOrd="3" destOrd="0" presId="urn:microsoft.com/office/officeart/2005/8/layout/vList2"/>
    <dgm:cxn modelId="{0DBC19C2-53AB-4BAC-801C-48DA0905CDE8}" type="presParOf" srcId="{435C7B1C-89C4-4897-9E50-D7D19D59B5B5}" destId="{DF5A3916-1EB7-4D01-BD75-5297789EE67F}" srcOrd="4" destOrd="0" presId="urn:microsoft.com/office/officeart/2005/8/layout/vList2"/>
    <dgm:cxn modelId="{0A1B176F-A2FB-4BE7-A692-59572F7A4A9E}" type="presParOf" srcId="{435C7B1C-89C4-4897-9E50-D7D19D59B5B5}" destId="{DFA955D3-C65C-4F75-A764-BFC51856E5E4}" srcOrd="5" destOrd="0" presId="urn:microsoft.com/office/officeart/2005/8/layout/vList2"/>
    <dgm:cxn modelId="{8FD2BEF2-056E-4467-AE95-1CD111DF8B38}" type="presParOf" srcId="{435C7B1C-89C4-4897-9E50-D7D19D59B5B5}" destId="{AC83B338-59F0-4F44-BB01-2006B8207D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DDA9D2-0184-43EB-A5FF-A0406029222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92B1DB-A909-49EA-9F6E-D2F7575E3BA3}">
      <dgm:prSet/>
      <dgm:spPr/>
      <dgm:t>
        <a:bodyPr/>
        <a:lstStyle/>
        <a:p>
          <a:r>
            <a:rPr lang="ro-RO" baseline="0"/>
            <a:t>Potrivește 3 sau mai multe bomboane de identice pe orizontală sau verticală</a:t>
          </a:r>
          <a:endParaRPr lang="en-US"/>
        </a:p>
      </dgm:t>
    </dgm:pt>
    <dgm:pt modelId="{905F0336-DD79-4251-85F0-5945CAEBE6EE}" type="parTrans" cxnId="{EA2053FB-BDDF-42C1-881A-0EA09866E64E}">
      <dgm:prSet/>
      <dgm:spPr/>
      <dgm:t>
        <a:bodyPr/>
        <a:lstStyle/>
        <a:p>
          <a:endParaRPr lang="en-US"/>
        </a:p>
      </dgm:t>
    </dgm:pt>
    <dgm:pt modelId="{17D47F76-B41A-4B94-A56A-373D728F3145}" type="sibTrans" cxnId="{EA2053FB-BDDF-42C1-881A-0EA09866E64E}">
      <dgm:prSet/>
      <dgm:spPr/>
      <dgm:t>
        <a:bodyPr/>
        <a:lstStyle/>
        <a:p>
          <a:endParaRPr lang="en-US"/>
        </a:p>
      </dgm:t>
    </dgm:pt>
    <dgm:pt modelId="{ABB725B8-DAC6-4F55-A622-B632688F5290}">
      <dgm:prSet/>
      <dgm:spPr/>
      <dgm:t>
        <a:bodyPr/>
        <a:lstStyle/>
        <a:p>
          <a:r>
            <a:rPr lang="ro-RO" baseline="0"/>
            <a:t>Se obține un punctaj pentru fiecare potrivire și tabla se reumple automat</a:t>
          </a:r>
          <a:endParaRPr lang="en-US"/>
        </a:p>
      </dgm:t>
    </dgm:pt>
    <dgm:pt modelId="{EEE27DAD-9127-41A1-BCC9-3A079EA295E1}" type="parTrans" cxnId="{ED146D9F-51AB-4BE0-B77B-4802EF51CD67}">
      <dgm:prSet/>
      <dgm:spPr/>
      <dgm:t>
        <a:bodyPr/>
        <a:lstStyle/>
        <a:p>
          <a:endParaRPr lang="en-US"/>
        </a:p>
      </dgm:t>
    </dgm:pt>
    <dgm:pt modelId="{92F43041-08F9-418B-B68F-17394F79A95C}" type="sibTrans" cxnId="{ED146D9F-51AB-4BE0-B77B-4802EF51CD67}">
      <dgm:prSet/>
      <dgm:spPr/>
      <dgm:t>
        <a:bodyPr/>
        <a:lstStyle/>
        <a:p>
          <a:endParaRPr lang="en-US"/>
        </a:p>
      </dgm:t>
    </dgm:pt>
    <dgm:pt modelId="{7B7F823C-E239-4B61-8F33-1674CE55601B}">
      <dgm:prSet/>
      <dgm:spPr/>
      <dgm:t>
        <a:bodyPr/>
        <a:lstStyle/>
        <a:p>
          <a:r>
            <a:rPr lang="ro-RO" baseline="0"/>
            <a:t>Buclă de joc automată: detectează mutări (swap-uri), eliminări și refill</a:t>
          </a:r>
          <a:endParaRPr lang="en-US"/>
        </a:p>
      </dgm:t>
    </dgm:pt>
    <dgm:pt modelId="{3A40263C-B8C4-469C-AFC7-4F5E5B3124AF}" type="parTrans" cxnId="{C7850E7C-2BB2-4EFF-8F26-A936F5EEECB9}">
      <dgm:prSet/>
      <dgm:spPr/>
      <dgm:t>
        <a:bodyPr/>
        <a:lstStyle/>
        <a:p>
          <a:endParaRPr lang="en-US"/>
        </a:p>
      </dgm:t>
    </dgm:pt>
    <dgm:pt modelId="{824F6160-AB27-46F0-B1CA-C3BBAF2070BF}" type="sibTrans" cxnId="{C7850E7C-2BB2-4EFF-8F26-A936F5EEECB9}">
      <dgm:prSet/>
      <dgm:spPr/>
      <dgm:t>
        <a:bodyPr/>
        <a:lstStyle/>
        <a:p>
          <a:endParaRPr lang="en-US"/>
        </a:p>
      </dgm:t>
    </dgm:pt>
    <dgm:pt modelId="{D4E59CC9-2281-454E-940E-CA3DCD527780}" type="pres">
      <dgm:prSet presAssocID="{FBDDA9D2-0184-43EB-A5FF-A040602922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0892AC-6855-422A-A290-BF2B8045C76C}" type="pres">
      <dgm:prSet presAssocID="{A692B1DB-A909-49EA-9F6E-D2F7575E3BA3}" presName="hierRoot1" presStyleCnt="0"/>
      <dgm:spPr/>
    </dgm:pt>
    <dgm:pt modelId="{EB15562D-6F06-40C8-B605-8BDBE5DAF11B}" type="pres">
      <dgm:prSet presAssocID="{A692B1DB-A909-49EA-9F6E-D2F7575E3BA3}" presName="composite" presStyleCnt="0"/>
      <dgm:spPr/>
    </dgm:pt>
    <dgm:pt modelId="{5D618545-7C79-4426-A188-726568DC1DBA}" type="pres">
      <dgm:prSet presAssocID="{A692B1DB-A909-49EA-9F6E-D2F7575E3BA3}" presName="background" presStyleLbl="node0" presStyleIdx="0" presStyleCnt="3"/>
      <dgm:spPr/>
    </dgm:pt>
    <dgm:pt modelId="{CE8EE3C5-AB32-40BF-A374-CDE1437665C0}" type="pres">
      <dgm:prSet presAssocID="{A692B1DB-A909-49EA-9F6E-D2F7575E3BA3}" presName="text" presStyleLbl="fgAcc0" presStyleIdx="0" presStyleCnt="3">
        <dgm:presLayoutVars>
          <dgm:chPref val="3"/>
        </dgm:presLayoutVars>
      </dgm:prSet>
      <dgm:spPr/>
    </dgm:pt>
    <dgm:pt modelId="{542F82FD-98A7-44C9-AA6F-4585DDE705DF}" type="pres">
      <dgm:prSet presAssocID="{A692B1DB-A909-49EA-9F6E-D2F7575E3BA3}" presName="hierChild2" presStyleCnt="0"/>
      <dgm:spPr/>
    </dgm:pt>
    <dgm:pt modelId="{A45FA84E-B13A-435D-951A-0CD0AA94AD76}" type="pres">
      <dgm:prSet presAssocID="{ABB725B8-DAC6-4F55-A622-B632688F5290}" presName="hierRoot1" presStyleCnt="0"/>
      <dgm:spPr/>
    </dgm:pt>
    <dgm:pt modelId="{A3A19320-71A8-42EF-8E16-002D6DFE1F96}" type="pres">
      <dgm:prSet presAssocID="{ABB725B8-DAC6-4F55-A622-B632688F5290}" presName="composite" presStyleCnt="0"/>
      <dgm:spPr/>
    </dgm:pt>
    <dgm:pt modelId="{4CC3B22B-CE2C-4F53-B0B1-6816CEBD7F23}" type="pres">
      <dgm:prSet presAssocID="{ABB725B8-DAC6-4F55-A622-B632688F5290}" presName="background" presStyleLbl="node0" presStyleIdx="1" presStyleCnt="3"/>
      <dgm:spPr/>
    </dgm:pt>
    <dgm:pt modelId="{64B60CB8-6E56-4F27-90EE-AF4BAEED6C9B}" type="pres">
      <dgm:prSet presAssocID="{ABB725B8-DAC6-4F55-A622-B632688F5290}" presName="text" presStyleLbl="fgAcc0" presStyleIdx="1" presStyleCnt="3">
        <dgm:presLayoutVars>
          <dgm:chPref val="3"/>
        </dgm:presLayoutVars>
      </dgm:prSet>
      <dgm:spPr/>
    </dgm:pt>
    <dgm:pt modelId="{9489E313-44AB-4EFA-B0B7-0DBD571C3D96}" type="pres">
      <dgm:prSet presAssocID="{ABB725B8-DAC6-4F55-A622-B632688F5290}" presName="hierChild2" presStyleCnt="0"/>
      <dgm:spPr/>
    </dgm:pt>
    <dgm:pt modelId="{6CEABE9D-DB7B-4092-A2B2-97E4BB502150}" type="pres">
      <dgm:prSet presAssocID="{7B7F823C-E239-4B61-8F33-1674CE55601B}" presName="hierRoot1" presStyleCnt="0"/>
      <dgm:spPr/>
    </dgm:pt>
    <dgm:pt modelId="{7403FE62-C816-4758-A929-10DDD8CE077D}" type="pres">
      <dgm:prSet presAssocID="{7B7F823C-E239-4B61-8F33-1674CE55601B}" presName="composite" presStyleCnt="0"/>
      <dgm:spPr/>
    </dgm:pt>
    <dgm:pt modelId="{6E08B2A7-DFDB-4E04-B9B3-E7B14A5F1642}" type="pres">
      <dgm:prSet presAssocID="{7B7F823C-E239-4B61-8F33-1674CE55601B}" presName="background" presStyleLbl="node0" presStyleIdx="2" presStyleCnt="3"/>
      <dgm:spPr/>
    </dgm:pt>
    <dgm:pt modelId="{404F1865-CC79-4CF0-971A-4495DC9C45CA}" type="pres">
      <dgm:prSet presAssocID="{7B7F823C-E239-4B61-8F33-1674CE55601B}" presName="text" presStyleLbl="fgAcc0" presStyleIdx="2" presStyleCnt="3">
        <dgm:presLayoutVars>
          <dgm:chPref val="3"/>
        </dgm:presLayoutVars>
      </dgm:prSet>
      <dgm:spPr/>
    </dgm:pt>
    <dgm:pt modelId="{676172F6-BA47-4D1F-B8B9-719B3B964753}" type="pres">
      <dgm:prSet presAssocID="{7B7F823C-E239-4B61-8F33-1674CE55601B}" presName="hierChild2" presStyleCnt="0"/>
      <dgm:spPr/>
    </dgm:pt>
  </dgm:ptLst>
  <dgm:cxnLst>
    <dgm:cxn modelId="{2F05D325-73EB-4B83-9CFD-33A562A38406}" type="presOf" srcId="{A692B1DB-A909-49EA-9F6E-D2F7575E3BA3}" destId="{CE8EE3C5-AB32-40BF-A374-CDE1437665C0}" srcOrd="0" destOrd="0" presId="urn:microsoft.com/office/officeart/2005/8/layout/hierarchy1"/>
    <dgm:cxn modelId="{4B48D129-4812-4E32-8D49-9F927E2B2613}" type="presOf" srcId="{FBDDA9D2-0184-43EB-A5FF-A04060292225}" destId="{D4E59CC9-2281-454E-940E-CA3DCD527780}" srcOrd="0" destOrd="0" presId="urn:microsoft.com/office/officeart/2005/8/layout/hierarchy1"/>
    <dgm:cxn modelId="{26D73A67-3DD6-4B32-ACEF-8DF3907AE42C}" type="presOf" srcId="{7B7F823C-E239-4B61-8F33-1674CE55601B}" destId="{404F1865-CC79-4CF0-971A-4495DC9C45CA}" srcOrd="0" destOrd="0" presId="urn:microsoft.com/office/officeart/2005/8/layout/hierarchy1"/>
    <dgm:cxn modelId="{C7850E7C-2BB2-4EFF-8F26-A936F5EEECB9}" srcId="{FBDDA9D2-0184-43EB-A5FF-A04060292225}" destId="{7B7F823C-E239-4B61-8F33-1674CE55601B}" srcOrd="2" destOrd="0" parTransId="{3A40263C-B8C4-469C-AFC7-4F5E5B3124AF}" sibTransId="{824F6160-AB27-46F0-B1CA-C3BBAF2070BF}"/>
    <dgm:cxn modelId="{ED146D9F-51AB-4BE0-B77B-4802EF51CD67}" srcId="{FBDDA9D2-0184-43EB-A5FF-A04060292225}" destId="{ABB725B8-DAC6-4F55-A622-B632688F5290}" srcOrd="1" destOrd="0" parTransId="{EEE27DAD-9127-41A1-BCC9-3A079EA295E1}" sibTransId="{92F43041-08F9-418B-B68F-17394F79A95C}"/>
    <dgm:cxn modelId="{A90833AC-C731-4FFA-8F83-8011084D64E9}" type="presOf" srcId="{ABB725B8-DAC6-4F55-A622-B632688F5290}" destId="{64B60CB8-6E56-4F27-90EE-AF4BAEED6C9B}" srcOrd="0" destOrd="0" presId="urn:microsoft.com/office/officeart/2005/8/layout/hierarchy1"/>
    <dgm:cxn modelId="{EA2053FB-BDDF-42C1-881A-0EA09866E64E}" srcId="{FBDDA9D2-0184-43EB-A5FF-A04060292225}" destId="{A692B1DB-A909-49EA-9F6E-D2F7575E3BA3}" srcOrd="0" destOrd="0" parTransId="{905F0336-DD79-4251-85F0-5945CAEBE6EE}" sibTransId="{17D47F76-B41A-4B94-A56A-373D728F3145}"/>
    <dgm:cxn modelId="{EC806110-A29C-41B1-A51A-F45F87967C8D}" type="presParOf" srcId="{D4E59CC9-2281-454E-940E-CA3DCD527780}" destId="{230892AC-6855-422A-A290-BF2B8045C76C}" srcOrd="0" destOrd="0" presId="urn:microsoft.com/office/officeart/2005/8/layout/hierarchy1"/>
    <dgm:cxn modelId="{05AE7AC7-CA6B-4BB5-ADDB-42B9ECA7CFCD}" type="presParOf" srcId="{230892AC-6855-422A-A290-BF2B8045C76C}" destId="{EB15562D-6F06-40C8-B605-8BDBE5DAF11B}" srcOrd="0" destOrd="0" presId="urn:microsoft.com/office/officeart/2005/8/layout/hierarchy1"/>
    <dgm:cxn modelId="{BDD2E785-455E-4B90-B326-0B7CEBDC7B06}" type="presParOf" srcId="{EB15562D-6F06-40C8-B605-8BDBE5DAF11B}" destId="{5D618545-7C79-4426-A188-726568DC1DBA}" srcOrd="0" destOrd="0" presId="urn:microsoft.com/office/officeart/2005/8/layout/hierarchy1"/>
    <dgm:cxn modelId="{4AA2A618-A8C4-4395-B7F7-B65140E5607D}" type="presParOf" srcId="{EB15562D-6F06-40C8-B605-8BDBE5DAF11B}" destId="{CE8EE3C5-AB32-40BF-A374-CDE1437665C0}" srcOrd="1" destOrd="0" presId="urn:microsoft.com/office/officeart/2005/8/layout/hierarchy1"/>
    <dgm:cxn modelId="{B19FE67F-EBB1-4CE4-BE59-3F3C8F90A187}" type="presParOf" srcId="{230892AC-6855-422A-A290-BF2B8045C76C}" destId="{542F82FD-98A7-44C9-AA6F-4585DDE705DF}" srcOrd="1" destOrd="0" presId="urn:microsoft.com/office/officeart/2005/8/layout/hierarchy1"/>
    <dgm:cxn modelId="{2A4B5948-6DE9-4111-9774-051B153543DF}" type="presParOf" srcId="{D4E59CC9-2281-454E-940E-CA3DCD527780}" destId="{A45FA84E-B13A-435D-951A-0CD0AA94AD76}" srcOrd="1" destOrd="0" presId="urn:microsoft.com/office/officeart/2005/8/layout/hierarchy1"/>
    <dgm:cxn modelId="{71EAEBF1-8234-407B-8978-E25AA2AD58C2}" type="presParOf" srcId="{A45FA84E-B13A-435D-951A-0CD0AA94AD76}" destId="{A3A19320-71A8-42EF-8E16-002D6DFE1F96}" srcOrd="0" destOrd="0" presId="urn:microsoft.com/office/officeart/2005/8/layout/hierarchy1"/>
    <dgm:cxn modelId="{F59F15B5-8A9F-493D-9D39-6B92DDCACB21}" type="presParOf" srcId="{A3A19320-71A8-42EF-8E16-002D6DFE1F96}" destId="{4CC3B22B-CE2C-4F53-B0B1-6816CEBD7F23}" srcOrd="0" destOrd="0" presId="urn:microsoft.com/office/officeart/2005/8/layout/hierarchy1"/>
    <dgm:cxn modelId="{6FBF0FA8-F45B-4BCD-AC96-7ABFFB5B4CE1}" type="presParOf" srcId="{A3A19320-71A8-42EF-8E16-002D6DFE1F96}" destId="{64B60CB8-6E56-4F27-90EE-AF4BAEED6C9B}" srcOrd="1" destOrd="0" presId="urn:microsoft.com/office/officeart/2005/8/layout/hierarchy1"/>
    <dgm:cxn modelId="{7C93B483-6C73-400F-98B2-C76E6014871D}" type="presParOf" srcId="{A45FA84E-B13A-435D-951A-0CD0AA94AD76}" destId="{9489E313-44AB-4EFA-B0B7-0DBD571C3D96}" srcOrd="1" destOrd="0" presId="urn:microsoft.com/office/officeart/2005/8/layout/hierarchy1"/>
    <dgm:cxn modelId="{2E29091B-F2FB-4264-98D2-BB0554E6B432}" type="presParOf" srcId="{D4E59CC9-2281-454E-940E-CA3DCD527780}" destId="{6CEABE9D-DB7B-4092-A2B2-97E4BB502150}" srcOrd="2" destOrd="0" presId="urn:microsoft.com/office/officeart/2005/8/layout/hierarchy1"/>
    <dgm:cxn modelId="{F94BCDC4-5CA9-422E-9518-CF91C5B915BF}" type="presParOf" srcId="{6CEABE9D-DB7B-4092-A2B2-97E4BB502150}" destId="{7403FE62-C816-4758-A929-10DDD8CE077D}" srcOrd="0" destOrd="0" presId="urn:microsoft.com/office/officeart/2005/8/layout/hierarchy1"/>
    <dgm:cxn modelId="{77BE05FF-9374-4343-89F0-BDE052FD33AF}" type="presParOf" srcId="{7403FE62-C816-4758-A929-10DDD8CE077D}" destId="{6E08B2A7-DFDB-4E04-B9B3-E7B14A5F1642}" srcOrd="0" destOrd="0" presId="urn:microsoft.com/office/officeart/2005/8/layout/hierarchy1"/>
    <dgm:cxn modelId="{5CE132EA-906F-4AD0-9A5F-565CE04B8EF5}" type="presParOf" srcId="{7403FE62-C816-4758-A929-10DDD8CE077D}" destId="{404F1865-CC79-4CF0-971A-4495DC9C45CA}" srcOrd="1" destOrd="0" presId="urn:microsoft.com/office/officeart/2005/8/layout/hierarchy1"/>
    <dgm:cxn modelId="{E976D3CC-4D29-42B4-A492-33C6DCAAD8DC}" type="presParOf" srcId="{6CEABE9D-DB7B-4092-A2B2-97E4BB502150}" destId="{676172F6-BA47-4D1F-B8B9-719B3B9647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FF3B0C-FE2B-444E-89E0-4F572D41BA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9410BA-C4DE-4B14-A503-3E4F613BDDBD}">
      <dgm:prSet/>
      <dgm:spPr/>
      <dgm:t>
        <a:bodyPr/>
        <a:lstStyle/>
        <a:p>
          <a:r>
            <a:rPr lang="ro-RO" baseline="0"/>
            <a:t>Caută linii orizontale și verticale de minim 3 bomboane identice</a:t>
          </a:r>
          <a:endParaRPr lang="en-US"/>
        </a:p>
      </dgm:t>
    </dgm:pt>
    <dgm:pt modelId="{FE9631C8-78EB-4010-8128-E1EF9AA4D309}" type="parTrans" cxnId="{32DF83C4-742E-43DD-A58E-C7D21BB858B0}">
      <dgm:prSet/>
      <dgm:spPr/>
      <dgm:t>
        <a:bodyPr/>
        <a:lstStyle/>
        <a:p>
          <a:endParaRPr lang="en-US"/>
        </a:p>
      </dgm:t>
    </dgm:pt>
    <dgm:pt modelId="{B43A0A01-3DAE-4B93-86A2-B07EAF1568C2}" type="sibTrans" cxnId="{32DF83C4-742E-43DD-A58E-C7D21BB858B0}">
      <dgm:prSet/>
      <dgm:spPr/>
      <dgm:t>
        <a:bodyPr/>
        <a:lstStyle/>
        <a:p>
          <a:endParaRPr lang="en-US" dirty="0"/>
        </a:p>
      </dgm:t>
    </dgm:pt>
    <dgm:pt modelId="{8FEF0DF7-0F97-45BC-A9EC-72A7939FFF9A}">
      <dgm:prSet/>
      <dgm:spPr/>
      <dgm:t>
        <a:bodyPr/>
        <a:lstStyle/>
        <a:p>
          <a:r>
            <a:rPr lang="ro-RO" baseline="0"/>
            <a:t>Dacă se detectează match:</a:t>
          </a:r>
          <a:endParaRPr lang="en-US"/>
        </a:p>
      </dgm:t>
    </dgm:pt>
    <dgm:pt modelId="{896DD1EC-D782-484C-8296-DC51E5D98421}" type="parTrans" cxnId="{96A2F0B8-8E03-40BD-B584-581A6BD53653}">
      <dgm:prSet/>
      <dgm:spPr/>
      <dgm:t>
        <a:bodyPr/>
        <a:lstStyle/>
        <a:p>
          <a:endParaRPr lang="en-US"/>
        </a:p>
      </dgm:t>
    </dgm:pt>
    <dgm:pt modelId="{AFF2A5AF-76DE-41B9-B8EA-6282E380E1AD}" type="sibTrans" cxnId="{96A2F0B8-8E03-40BD-B584-581A6BD53653}">
      <dgm:prSet/>
      <dgm:spPr/>
      <dgm:t>
        <a:bodyPr/>
        <a:lstStyle/>
        <a:p>
          <a:endParaRPr lang="en-US"/>
        </a:p>
      </dgm:t>
    </dgm:pt>
    <dgm:pt modelId="{082EB874-5317-47EE-BC0C-FC979739022D}">
      <dgm:prSet/>
      <dgm:spPr/>
      <dgm:t>
        <a:bodyPr/>
        <a:lstStyle/>
        <a:p>
          <a:r>
            <a:rPr lang="ro-RO" baseline="0"/>
            <a:t>-Celulele sunt stocate într-un set unic</a:t>
          </a:r>
          <a:endParaRPr lang="en-US"/>
        </a:p>
      </dgm:t>
    </dgm:pt>
    <dgm:pt modelId="{77B7B1F4-5DF6-4759-879A-7BF5EE725A86}" type="parTrans" cxnId="{ADD6293B-E8F3-410E-92EA-7464C9D69EAD}">
      <dgm:prSet/>
      <dgm:spPr/>
      <dgm:t>
        <a:bodyPr/>
        <a:lstStyle/>
        <a:p>
          <a:endParaRPr lang="en-US"/>
        </a:p>
      </dgm:t>
    </dgm:pt>
    <dgm:pt modelId="{12461C9A-FE61-425C-9AE5-D2199A4B334C}" type="sibTrans" cxnId="{ADD6293B-E8F3-410E-92EA-7464C9D69EAD}">
      <dgm:prSet/>
      <dgm:spPr/>
      <dgm:t>
        <a:bodyPr/>
        <a:lstStyle/>
        <a:p>
          <a:endParaRPr lang="en-US"/>
        </a:p>
      </dgm:t>
    </dgm:pt>
    <dgm:pt modelId="{7C245B9E-46DC-4112-A5FB-9A74655BB10F}">
      <dgm:prSet/>
      <dgm:spPr/>
      <dgm:t>
        <a:bodyPr/>
        <a:lstStyle/>
        <a:p>
          <a:r>
            <a:rPr lang="ro-RO" baseline="0"/>
            <a:t>-Calcul scor: len(cells)*10</a:t>
          </a:r>
          <a:endParaRPr lang="en-US"/>
        </a:p>
      </dgm:t>
    </dgm:pt>
    <dgm:pt modelId="{F551DBB0-4793-4F78-AC27-8835DCF62C2B}" type="parTrans" cxnId="{F59E4B0C-D46C-4FA1-985C-CE2218CBFF92}">
      <dgm:prSet/>
      <dgm:spPr/>
      <dgm:t>
        <a:bodyPr/>
        <a:lstStyle/>
        <a:p>
          <a:endParaRPr lang="en-US"/>
        </a:p>
      </dgm:t>
    </dgm:pt>
    <dgm:pt modelId="{1A4AC6DA-7C5B-4A75-B047-0FABAE5CE264}" type="sibTrans" cxnId="{F59E4B0C-D46C-4FA1-985C-CE2218CBFF92}">
      <dgm:prSet/>
      <dgm:spPr/>
      <dgm:t>
        <a:bodyPr/>
        <a:lstStyle/>
        <a:p>
          <a:endParaRPr lang="en-US"/>
        </a:p>
      </dgm:t>
    </dgm:pt>
    <dgm:pt modelId="{3CC9FAFC-592F-4F8A-BAF8-5421F3AD4063}" type="pres">
      <dgm:prSet presAssocID="{89FF3B0C-FE2B-444E-89E0-4F572D41BAF7}" presName="outerComposite" presStyleCnt="0">
        <dgm:presLayoutVars>
          <dgm:chMax val="5"/>
          <dgm:dir/>
          <dgm:resizeHandles val="exact"/>
        </dgm:presLayoutVars>
      </dgm:prSet>
      <dgm:spPr/>
    </dgm:pt>
    <dgm:pt modelId="{5C23DA26-6D15-4D10-A27F-F88F2584B24A}" type="pres">
      <dgm:prSet presAssocID="{89FF3B0C-FE2B-444E-89E0-4F572D41BAF7}" presName="dummyMaxCanvas" presStyleCnt="0">
        <dgm:presLayoutVars/>
      </dgm:prSet>
      <dgm:spPr/>
    </dgm:pt>
    <dgm:pt modelId="{A12EA1F9-7404-4E6B-B2E4-5A6A2097B08C}" type="pres">
      <dgm:prSet presAssocID="{89FF3B0C-FE2B-444E-89E0-4F572D41BAF7}" presName="FourNodes_1" presStyleLbl="node1" presStyleIdx="0" presStyleCnt="4">
        <dgm:presLayoutVars>
          <dgm:bulletEnabled val="1"/>
        </dgm:presLayoutVars>
      </dgm:prSet>
      <dgm:spPr/>
    </dgm:pt>
    <dgm:pt modelId="{79BD5326-CC89-4F4F-8F2C-4B9018312A31}" type="pres">
      <dgm:prSet presAssocID="{89FF3B0C-FE2B-444E-89E0-4F572D41BAF7}" presName="FourNodes_2" presStyleLbl="node1" presStyleIdx="1" presStyleCnt="4" custLinFactNeighborX="-8383" custLinFactNeighborY="-1475">
        <dgm:presLayoutVars>
          <dgm:bulletEnabled val="1"/>
        </dgm:presLayoutVars>
      </dgm:prSet>
      <dgm:spPr/>
    </dgm:pt>
    <dgm:pt modelId="{A0DD9FFE-29F5-435D-8B8F-03BD505AE031}" type="pres">
      <dgm:prSet presAssocID="{89FF3B0C-FE2B-444E-89E0-4F572D41BAF7}" presName="FourNodes_3" presStyleLbl="node1" presStyleIdx="2" presStyleCnt="4">
        <dgm:presLayoutVars>
          <dgm:bulletEnabled val="1"/>
        </dgm:presLayoutVars>
      </dgm:prSet>
      <dgm:spPr/>
    </dgm:pt>
    <dgm:pt modelId="{E47CBC2E-C36C-4F65-B81D-CD7303C0D237}" type="pres">
      <dgm:prSet presAssocID="{89FF3B0C-FE2B-444E-89E0-4F572D41BAF7}" presName="FourNodes_4" presStyleLbl="node1" presStyleIdx="3" presStyleCnt="4" custLinFactNeighborX="-8420" custLinFactNeighborY="2951">
        <dgm:presLayoutVars>
          <dgm:bulletEnabled val="1"/>
        </dgm:presLayoutVars>
      </dgm:prSet>
      <dgm:spPr/>
    </dgm:pt>
    <dgm:pt modelId="{5FF0A4BB-3A7A-4D53-8F84-C50D8FE18C8F}" type="pres">
      <dgm:prSet presAssocID="{89FF3B0C-FE2B-444E-89E0-4F572D41BAF7}" presName="FourConn_1-2" presStyleLbl="fgAccFollowNode1" presStyleIdx="0" presStyleCnt="3" custLinFactY="87055" custLinFactNeighborX="-1298" custLinFactNeighborY="100000">
        <dgm:presLayoutVars>
          <dgm:bulletEnabled val="1"/>
        </dgm:presLayoutVars>
      </dgm:prSet>
      <dgm:spPr/>
    </dgm:pt>
    <dgm:pt modelId="{46B83788-2DFB-48F8-BC5A-3B81302685AC}" type="pres">
      <dgm:prSet presAssocID="{89FF3B0C-FE2B-444E-89E0-4F572D41BAF7}" presName="FourConn_2-3" presStyleLbl="fgAccFollowNode1" presStyleIdx="1" presStyleCnt="3" custLinFactX="-61164" custLinFactNeighborX="-100000" custLinFactNeighborY="6810">
        <dgm:presLayoutVars>
          <dgm:bulletEnabled val="1"/>
        </dgm:presLayoutVars>
      </dgm:prSet>
      <dgm:spPr/>
    </dgm:pt>
    <dgm:pt modelId="{F5D055AB-23A8-4465-9BC0-A52F55788D43}" type="pres">
      <dgm:prSet presAssocID="{89FF3B0C-FE2B-444E-89E0-4F572D41BAF7}" presName="FourConn_3-4" presStyleLbl="fgAccFollowNode1" presStyleIdx="2" presStyleCnt="3" custLinFactX="-115517" custLinFactNeighborX="-200000" custLinFactNeighborY="5845">
        <dgm:presLayoutVars>
          <dgm:bulletEnabled val="1"/>
        </dgm:presLayoutVars>
      </dgm:prSet>
      <dgm:spPr/>
    </dgm:pt>
    <dgm:pt modelId="{663D6BE4-901A-4457-B72E-96783716ACA9}" type="pres">
      <dgm:prSet presAssocID="{89FF3B0C-FE2B-444E-89E0-4F572D41BAF7}" presName="FourNodes_1_text" presStyleLbl="node1" presStyleIdx="3" presStyleCnt="4">
        <dgm:presLayoutVars>
          <dgm:bulletEnabled val="1"/>
        </dgm:presLayoutVars>
      </dgm:prSet>
      <dgm:spPr/>
    </dgm:pt>
    <dgm:pt modelId="{909DEC47-42F2-4798-9220-9372DBEC9AB7}" type="pres">
      <dgm:prSet presAssocID="{89FF3B0C-FE2B-444E-89E0-4F572D41BAF7}" presName="FourNodes_2_text" presStyleLbl="node1" presStyleIdx="3" presStyleCnt="4">
        <dgm:presLayoutVars>
          <dgm:bulletEnabled val="1"/>
        </dgm:presLayoutVars>
      </dgm:prSet>
      <dgm:spPr/>
    </dgm:pt>
    <dgm:pt modelId="{45CAA2F3-7BB9-4944-861A-FDEC68A97386}" type="pres">
      <dgm:prSet presAssocID="{89FF3B0C-FE2B-444E-89E0-4F572D41BAF7}" presName="FourNodes_3_text" presStyleLbl="node1" presStyleIdx="3" presStyleCnt="4">
        <dgm:presLayoutVars>
          <dgm:bulletEnabled val="1"/>
        </dgm:presLayoutVars>
      </dgm:prSet>
      <dgm:spPr/>
    </dgm:pt>
    <dgm:pt modelId="{AC3A2F3E-DECA-4591-8F20-7956B9B9C514}" type="pres">
      <dgm:prSet presAssocID="{89FF3B0C-FE2B-444E-89E0-4F572D41BA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0199700-D7BC-47DD-B986-368A5A492CB8}" type="presOf" srcId="{179410BA-C4DE-4B14-A503-3E4F613BDDBD}" destId="{A12EA1F9-7404-4E6B-B2E4-5A6A2097B08C}" srcOrd="0" destOrd="0" presId="urn:microsoft.com/office/officeart/2005/8/layout/vProcess5"/>
    <dgm:cxn modelId="{FD2CEB07-0A16-4A50-86FA-9113D3A68824}" type="presOf" srcId="{7C245B9E-46DC-4112-A5FB-9A74655BB10F}" destId="{AC3A2F3E-DECA-4591-8F20-7956B9B9C514}" srcOrd="1" destOrd="0" presId="urn:microsoft.com/office/officeart/2005/8/layout/vProcess5"/>
    <dgm:cxn modelId="{F59E4B0C-D46C-4FA1-985C-CE2218CBFF92}" srcId="{89FF3B0C-FE2B-444E-89E0-4F572D41BAF7}" destId="{7C245B9E-46DC-4112-A5FB-9A74655BB10F}" srcOrd="3" destOrd="0" parTransId="{F551DBB0-4793-4F78-AC27-8835DCF62C2B}" sibTransId="{1A4AC6DA-7C5B-4A75-B047-0FABAE5CE264}"/>
    <dgm:cxn modelId="{E3D15121-64CF-4DB6-82AB-06D52BD77932}" type="presOf" srcId="{AFF2A5AF-76DE-41B9-B8EA-6282E380E1AD}" destId="{46B83788-2DFB-48F8-BC5A-3B81302685AC}" srcOrd="0" destOrd="0" presId="urn:microsoft.com/office/officeart/2005/8/layout/vProcess5"/>
    <dgm:cxn modelId="{350A0728-B358-4C8F-A8BB-992AD3A37166}" type="presOf" srcId="{89FF3B0C-FE2B-444E-89E0-4F572D41BAF7}" destId="{3CC9FAFC-592F-4F8A-BAF8-5421F3AD4063}" srcOrd="0" destOrd="0" presId="urn:microsoft.com/office/officeart/2005/8/layout/vProcess5"/>
    <dgm:cxn modelId="{ADD6293B-E8F3-410E-92EA-7464C9D69EAD}" srcId="{89FF3B0C-FE2B-444E-89E0-4F572D41BAF7}" destId="{082EB874-5317-47EE-BC0C-FC979739022D}" srcOrd="2" destOrd="0" parTransId="{77B7B1F4-5DF6-4759-879A-7BF5EE725A86}" sibTransId="{12461C9A-FE61-425C-9AE5-D2199A4B334C}"/>
    <dgm:cxn modelId="{79A7E95D-2AB3-4630-A4D3-07BDFF6FF541}" type="presOf" srcId="{082EB874-5317-47EE-BC0C-FC979739022D}" destId="{A0DD9FFE-29F5-435D-8B8F-03BD505AE031}" srcOrd="0" destOrd="0" presId="urn:microsoft.com/office/officeart/2005/8/layout/vProcess5"/>
    <dgm:cxn modelId="{85CF2A62-4F6A-4BD4-B869-BE41287C4665}" type="presOf" srcId="{082EB874-5317-47EE-BC0C-FC979739022D}" destId="{45CAA2F3-7BB9-4944-861A-FDEC68A97386}" srcOrd="1" destOrd="0" presId="urn:microsoft.com/office/officeart/2005/8/layout/vProcess5"/>
    <dgm:cxn modelId="{9A75086F-8C4C-4555-85BD-A0C8F8C4FEEB}" type="presOf" srcId="{12461C9A-FE61-425C-9AE5-D2199A4B334C}" destId="{F5D055AB-23A8-4465-9BC0-A52F55788D43}" srcOrd="0" destOrd="0" presId="urn:microsoft.com/office/officeart/2005/8/layout/vProcess5"/>
    <dgm:cxn modelId="{8AA11953-E9E1-4508-BDB3-BE19AE6E3244}" type="presOf" srcId="{8FEF0DF7-0F97-45BC-A9EC-72A7939FFF9A}" destId="{79BD5326-CC89-4F4F-8F2C-4B9018312A31}" srcOrd="0" destOrd="0" presId="urn:microsoft.com/office/officeart/2005/8/layout/vProcess5"/>
    <dgm:cxn modelId="{461D4997-30DC-40D5-964C-8B1597791156}" type="presOf" srcId="{B43A0A01-3DAE-4B93-86A2-B07EAF1568C2}" destId="{5FF0A4BB-3A7A-4D53-8F84-C50D8FE18C8F}" srcOrd="0" destOrd="0" presId="urn:microsoft.com/office/officeart/2005/8/layout/vProcess5"/>
    <dgm:cxn modelId="{576DA19D-FA1E-4050-81D4-88E177AD0599}" type="presOf" srcId="{7C245B9E-46DC-4112-A5FB-9A74655BB10F}" destId="{E47CBC2E-C36C-4F65-B81D-CD7303C0D237}" srcOrd="0" destOrd="0" presId="urn:microsoft.com/office/officeart/2005/8/layout/vProcess5"/>
    <dgm:cxn modelId="{471348B2-F57B-48F9-AB75-56AF644A8523}" type="presOf" srcId="{179410BA-C4DE-4B14-A503-3E4F613BDDBD}" destId="{663D6BE4-901A-4457-B72E-96783716ACA9}" srcOrd="1" destOrd="0" presId="urn:microsoft.com/office/officeart/2005/8/layout/vProcess5"/>
    <dgm:cxn modelId="{96A2F0B8-8E03-40BD-B584-581A6BD53653}" srcId="{89FF3B0C-FE2B-444E-89E0-4F572D41BAF7}" destId="{8FEF0DF7-0F97-45BC-A9EC-72A7939FFF9A}" srcOrd="1" destOrd="0" parTransId="{896DD1EC-D782-484C-8296-DC51E5D98421}" sibTransId="{AFF2A5AF-76DE-41B9-B8EA-6282E380E1AD}"/>
    <dgm:cxn modelId="{32DF83C4-742E-43DD-A58E-C7D21BB858B0}" srcId="{89FF3B0C-FE2B-444E-89E0-4F572D41BAF7}" destId="{179410BA-C4DE-4B14-A503-3E4F613BDDBD}" srcOrd="0" destOrd="0" parTransId="{FE9631C8-78EB-4010-8128-E1EF9AA4D309}" sibTransId="{B43A0A01-3DAE-4B93-86A2-B07EAF1568C2}"/>
    <dgm:cxn modelId="{7D018BDB-7AF4-4578-B298-89FC51920521}" type="presOf" srcId="{8FEF0DF7-0F97-45BC-A9EC-72A7939FFF9A}" destId="{909DEC47-42F2-4798-9220-9372DBEC9AB7}" srcOrd="1" destOrd="0" presId="urn:microsoft.com/office/officeart/2005/8/layout/vProcess5"/>
    <dgm:cxn modelId="{709C5627-521F-473C-9139-E049CAD74738}" type="presParOf" srcId="{3CC9FAFC-592F-4F8A-BAF8-5421F3AD4063}" destId="{5C23DA26-6D15-4D10-A27F-F88F2584B24A}" srcOrd="0" destOrd="0" presId="urn:microsoft.com/office/officeart/2005/8/layout/vProcess5"/>
    <dgm:cxn modelId="{0F090570-01B7-4375-ABF5-31A0F7273419}" type="presParOf" srcId="{3CC9FAFC-592F-4F8A-BAF8-5421F3AD4063}" destId="{A12EA1F9-7404-4E6B-B2E4-5A6A2097B08C}" srcOrd="1" destOrd="0" presId="urn:microsoft.com/office/officeart/2005/8/layout/vProcess5"/>
    <dgm:cxn modelId="{C0D4C472-A410-4F2A-8D72-35A964DC803C}" type="presParOf" srcId="{3CC9FAFC-592F-4F8A-BAF8-5421F3AD4063}" destId="{79BD5326-CC89-4F4F-8F2C-4B9018312A31}" srcOrd="2" destOrd="0" presId="urn:microsoft.com/office/officeart/2005/8/layout/vProcess5"/>
    <dgm:cxn modelId="{232C62E2-FF6B-47D1-9127-A4C24CF72703}" type="presParOf" srcId="{3CC9FAFC-592F-4F8A-BAF8-5421F3AD4063}" destId="{A0DD9FFE-29F5-435D-8B8F-03BD505AE031}" srcOrd="3" destOrd="0" presId="urn:microsoft.com/office/officeart/2005/8/layout/vProcess5"/>
    <dgm:cxn modelId="{20A843C9-580A-4436-8E56-B31C80971F88}" type="presParOf" srcId="{3CC9FAFC-592F-4F8A-BAF8-5421F3AD4063}" destId="{E47CBC2E-C36C-4F65-B81D-CD7303C0D237}" srcOrd="4" destOrd="0" presId="urn:microsoft.com/office/officeart/2005/8/layout/vProcess5"/>
    <dgm:cxn modelId="{D901E005-7FD2-4AB5-9177-8ACAC4114EA6}" type="presParOf" srcId="{3CC9FAFC-592F-4F8A-BAF8-5421F3AD4063}" destId="{5FF0A4BB-3A7A-4D53-8F84-C50D8FE18C8F}" srcOrd="5" destOrd="0" presId="urn:microsoft.com/office/officeart/2005/8/layout/vProcess5"/>
    <dgm:cxn modelId="{0204E127-92A1-45C9-9A22-EB8D9F9BE8D4}" type="presParOf" srcId="{3CC9FAFC-592F-4F8A-BAF8-5421F3AD4063}" destId="{46B83788-2DFB-48F8-BC5A-3B81302685AC}" srcOrd="6" destOrd="0" presId="urn:microsoft.com/office/officeart/2005/8/layout/vProcess5"/>
    <dgm:cxn modelId="{173CD55C-FEEF-45A7-9D33-7E8B4B81A2B2}" type="presParOf" srcId="{3CC9FAFC-592F-4F8A-BAF8-5421F3AD4063}" destId="{F5D055AB-23A8-4465-9BC0-A52F55788D43}" srcOrd="7" destOrd="0" presId="urn:microsoft.com/office/officeart/2005/8/layout/vProcess5"/>
    <dgm:cxn modelId="{BA6B40C3-3403-4E08-A85A-0E846041FD48}" type="presParOf" srcId="{3CC9FAFC-592F-4F8A-BAF8-5421F3AD4063}" destId="{663D6BE4-901A-4457-B72E-96783716ACA9}" srcOrd="8" destOrd="0" presId="urn:microsoft.com/office/officeart/2005/8/layout/vProcess5"/>
    <dgm:cxn modelId="{971DCFB6-B18D-4796-B1FC-5B8402ABF8B8}" type="presParOf" srcId="{3CC9FAFC-592F-4F8A-BAF8-5421F3AD4063}" destId="{909DEC47-42F2-4798-9220-9372DBEC9AB7}" srcOrd="9" destOrd="0" presId="urn:microsoft.com/office/officeart/2005/8/layout/vProcess5"/>
    <dgm:cxn modelId="{170B8BDC-B142-462E-9C40-AD7E22529677}" type="presParOf" srcId="{3CC9FAFC-592F-4F8A-BAF8-5421F3AD4063}" destId="{45CAA2F3-7BB9-4944-861A-FDEC68A97386}" srcOrd="10" destOrd="0" presId="urn:microsoft.com/office/officeart/2005/8/layout/vProcess5"/>
    <dgm:cxn modelId="{188EAD45-DF81-499E-884D-D2A5CC2C32FE}" type="presParOf" srcId="{3CC9FAFC-592F-4F8A-BAF8-5421F3AD4063}" destId="{AC3A2F3E-DECA-4591-8F20-7956B9B9C51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65EFB-F252-4B95-8917-83D8F349777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5F735D-0C7E-4901-9333-57089717D3FE}">
      <dgm:prSet/>
      <dgm:spPr/>
      <dgm:t>
        <a:bodyPr/>
        <a:lstStyle/>
        <a:p>
          <a:r>
            <a:rPr lang="ro-RO" baseline="0"/>
            <a:t>Mutare validă – schimbarea a două celule adiacente care generează match</a:t>
          </a:r>
          <a:endParaRPr lang="en-US"/>
        </a:p>
      </dgm:t>
    </dgm:pt>
    <dgm:pt modelId="{8E7D9827-7F6C-434B-ADAB-3048296D6303}" type="parTrans" cxnId="{40BF4A31-0F61-458C-87F8-B245BD5D1DEB}">
      <dgm:prSet/>
      <dgm:spPr/>
      <dgm:t>
        <a:bodyPr/>
        <a:lstStyle/>
        <a:p>
          <a:endParaRPr lang="en-US"/>
        </a:p>
      </dgm:t>
    </dgm:pt>
    <dgm:pt modelId="{629EFA68-D6DD-450A-ADD0-E41C54393EED}" type="sibTrans" cxnId="{40BF4A31-0F61-458C-87F8-B245BD5D1DEB}">
      <dgm:prSet/>
      <dgm:spPr/>
      <dgm:t>
        <a:bodyPr/>
        <a:lstStyle/>
        <a:p>
          <a:endParaRPr lang="en-US"/>
        </a:p>
      </dgm:t>
    </dgm:pt>
    <dgm:pt modelId="{C0AE66EE-BC2E-4034-8753-656F4839F31D}">
      <dgm:prSet/>
      <dgm:spPr/>
      <dgm:t>
        <a:bodyPr/>
        <a:lstStyle/>
        <a:p>
          <a:r>
            <a:rPr lang="ro-RO" baseline="0"/>
            <a:t>Căutăm prima mutare validă cu move=self.find_any_swap</a:t>
          </a:r>
          <a:endParaRPr lang="en-US"/>
        </a:p>
      </dgm:t>
    </dgm:pt>
    <dgm:pt modelId="{96E2BC0A-A0AE-48D9-B203-A9F9B49E42B0}" type="parTrans" cxnId="{76D4A545-D393-4AD3-A01E-40C2F8F24687}">
      <dgm:prSet/>
      <dgm:spPr/>
      <dgm:t>
        <a:bodyPr/>
        <a:lstStyle/>
        <a:p>
          <a:endParaRPr lang="en-US"/>
        </a:p>
      </dgm:t>
    </dgm:pt>
    <dgm:pt modelId="{CD5CD33B-907B-40A8-8D5A-70644F2488EA}" type="sibTrans" cxnId="{76D4A545-D393-4AD3-A01E-40C2F8F24687}">
      <dgm:prSet/>
      <dgm:spPr/>
      <dgm:t>
        <a:bodyPr/>
        <a:lstStyle/>
        <a:p>
          <a:endParaRPr lang="en-US"/>
        </a:p>
      </dgm:t>
    </dgm:pt>
    <dgm:pt modelId="{C7EAEBDF-9C29-4891-AA6B-CCEAFE0F6190}">
      <dgm:prSet/>
      <dgm:spPr/>
      <dgm:t>
        <a:bodyPr/>
        <a:lstStyle/>
        <a:p>
          <a:r>
            <a:rPr lang="ro-RO" baseline="0"/>
            <a:t>Evidențiere swap-uri – culoarea violet</a:t>
          </a:r>
          <a:endParaRPr lang="en-US"/>
        </a:p>
      </dgm:t>
    </dgm:pt>
    <dgm:pt modelId="{04ADC3FE-2055-4FDE-8A47-95E69CC324EA}" type="parTrans" cxnId="{24748E6E-250E-4207-A2F2-0F17C7E16443}">
      <dgm:prSet/>
      <dgm:spPr/>
      <dgm:t>
        <a:bodyPr/>
        <a:lstStyle/>
        <a:p>
          <a:endParaRPr lang="en-US"/>
        </a:p>
      </dgm:t>
    </dgm:pt>
    <dgm:pt modelId="{CB337C86-7371-4B39-BD2C-4558CFB1F39D}" type="sibTrans" cxnId="{24748E6E-250E-4207-A2F2-0F17C7E16443}">
      <dgm:prSet/>
      <dgm:spPr/>
      <dgm:t>
        <a:bodyPr/>
        <a:lstStyle/>
        <a:p>
          <a:endParaRPr lang="en-US"/>
        </a:p>
      </dgm:t>
    </dgm:pt>
    <dgm:pt modelId="{A9A77103-A4A1-4100-BFEA-3E920B51EF52}">
      <dgm:prSet/>
      <dgm:spPr/>
      <dgm:t>
        <a:bodyPr/>
        <a:lstStyle/>
        <a:p>
          <a:r>
            <a:rPr lang="ro-RO" baseline="0" dirty="0"/>
            <a:t>După swap, se aplică:</a:t>
          </a:r>
        </a:p>
        <a:p>
          <a:r>
            <a:rPr lang="ro-RO" baseline="0" dirty="0"/>
            <a:t>Eliminări </a:t>
          </a:r>
        </a:p>
        <a:p>
          <a:r>
            <a:rPr lang="ro-RO" baseline="0" dirty="0"/>
            <a:t>Gravitație </a:t>
          </a:r>
        </a:p>
        <a:p>
          <a:r>
            <a:rPr lang="ro-RO" baseline="0" dirty="0"/>
            <a:t>refill</a:t>
          </a:r>
          <a:endParaRPr lang="en-US" dirty="0"/>
        </a:p>
      </dgm:t>
    </dgm:pt>
    <dgm:pt modelId="{2C0520CE-719F-49AC-AE7A-DE8AA16A1F3F}" type="parTrans" cxnId="{BD9F4AA1-1605-4BA2-B0AA-8237B4A435BF}">
      <dgm:prSet/>
      <dgm:spPr/>
      <dgm:t>
        <a:bodyPr/>
        <a:lstStyle/>
        <a:p>
          <a:endParaRPr lang="en-US"/>
        </a:p>
      </dgm:t>
    </dgm:pt>
    <dgm:pt modelId="{8F1A6334-5075-41C7-89D4-EA61BD5DBDCE}" type="sibTrans" cxnId="{BD9F4AA1-1605-4BA2-B0AA-8237B4A435BF}">
      <dgm:prSet/>
      <dgm:spPr/>
      <dgm:t>
        <a:bodyPr/>
        <a:lstStyle/>
        <a:p>
          <a:endParaRPr lang="en-US"/>
        </a:p>
      </dgm:t>
    </dgm:pt>
    <dgm:pt modelId="{0B25D066-AB3B-4C51-9872-B0E11B5DDDF5}" type="pres">
      <dgm:prSet presAssocID="{B0465EFB-F252-4B95-8917-83D8F34977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23CA48-9C57-4538-9CD6-D32866267EA4}" type="pres">
      <dgm:prSet presAssocID="{FC5F735D-0C7E-4901-9333-57089717D3FE}" presName="hierRoot1" presStyleCnt="0"/>
      <dgm:spPr/>
    </dgm:pt>
    <dgm:pt modelId="{4D60CE74-6594-4F84-9985-413E9559E551}" type="pres">
      <dgm:prSet presAssocID="{FC5F735D-0C7E-4901-9333-57089717D3FE}" presName="composite" presStyleCnt="0"/>
      <dgm:spPr/>
    </dgm:pt>
    <dgm:pt modelId="{9E462C5C-504C-453E-A489-7EC7133C52BB}" type="pres">
      <dgm:prSet presAssocID="{FC5F735D-0C7E-4901-9333-57089717D3FE}" presName="background" presStyleLbl="node0" presStyleIdx="0" presStyleCnt="4"/>
      <dgm:spPr/>
    </dgm:pt>
    <dgm:pt modelId="{6F735FD7-DDDF-477A-8E69-0A2E563B2E18}" type="pres">
      <dgm:prSet presAssocID="{FC5F735D-0C7E-4901-9333-57089717D3FE}" presName="text" presStyleLbl="fgAcc0" presStyleIdx="0" presStyleCnt="4">
        <dgm:presLayoutVars>
          <dgm:chPref val="3"/>
        </dgm:presLayoutVars>
      </dgm:prSet>
      <dgm:spPr/>
    </dgm:pt>
    <dgm:pt modelId="{17D87ABE-96BD-4317-8DDD-CA1767687592}" type="pres">
      <dgm:prSet presAssocID="{FC5F735D-0C7E-4901-9333-57089717D3FE}" presName="hierChild2" presStyleCnt="0"/>
      <dgm:spPr/>
    </dgm:pt>
    <dgm:pt modelId="{EAD1CFA3-5738-4006-9FD0-BEE22D6CCBDF}" type="pres">
      <dgm:prSet presAssocID="{C0AE66EE-BC2E-4034-8753-656F4839F31D}" presName="hierRoot1" presStyleCnt="0"/>
      <dgm:spPr/>
    </dgm:pt>
    <dgm:pt modelId="{C61CC5C6-57DD-4B76-A8E8-584ED34A11B6}" type="pres">
      <dgm:prSet presAssocID="{C0AE66EE-BC2E-4034-8753-656F4839F31D}" presName="composite" presStyleCnt="0"/>
      <dgm:spPr/>
    </dgm:pt>
    <dgm:pt modelId="{237D798D-E15D-45C2-AE87-500DB41743A2}" type="pres">
      <dgm:prSet presAssocID="{C0AE66EE-BC2E-4034-8753-656F4839F31D}" presName="background" presStyleLbl="node0" presStyleIdx="1" presStyleCnt="4"/>
      <dgm:spPr/>
    </dgm:pt>
    <dgm:pt modelId="{62CB5D60-B683-4894-8612-E8B613EF5B18}" type="pres">
      <dgm:prSet presAssocID="{C0AE66EE-BC2E-4034-8753-656F4839F31D}" presName="text" presStyleLbl="fgAcc0" presStyleIdx="1" presStyleCnt="4">
        <dgm:presLayoutVars>
          <dgm:chPref val="3"/>
        </dgm:presLayoutVars>
      </dgm:prSet>
      <dgm:spPr/>
    </dgm:pt>
    <dgm:pt modelId="{54DBF29D-4BDC-4F6C-AE05-64C57F39A36A}" type="pres">
      <dgm:prSet presAssocID="{C0AE66EE-BC2E-4034-8753-656F4839F31D}" presName="hierChild2" presStyleCnt="0"/>
      <dgm:spPr/>
    </dgm:pt>
    <dgm:pt modelId="{A8A43533-0825-4515-9131-351693169BBE}" type="pres">
      <dgm:prSet presAssocID="{C7EAEBDF-9C29-4891-AA6B-CCEAFE0F6190}" presName="hierRoot1" presStyleCnt="0"/>
      <dgm:spPr/>
    </dgm:pt>
    <dgm:pt modelId="{7DB2731A-B2B9-4BEF-839B-7914F4B1DF17}" type="pres">
      <dgm:prSet presAssocID="{C7EAEBDF-9C29-4891-AA6B-CCEAFE0F6190}" presName="composite" presStyleCnt="0"/>
      <dgm:spPr/>
    </dgm:pt>
    <dgm:pt modelId="{51DCB0C3-BA60-457A-AEAF-8BF44807430B}" type="pres">
      <dgm:prSet presAssocID="{C7EAEBDF-9C29-4891-AA6B-CCEAFE0F6190}" presName="background" presStyleLbl="node0" presStyleIdx="2" presStyleCnt="4"/>
      <dgm:spPr/>
    </dgm:pt>
    <dgm:pt modelId="{D53329BA-F3D0-46BD-85E7-2C8A06D62396}" type="pres">
      <dgm:prSet presAssocID="{C7EAEBDF-9C29-4891-AA6B-CCEAFE0F6190}" presName="text" presStyleLbl="fgAcc0" presStyleIdx="2" presStyleCnt="4">
        <dgm:presLayoutVars>
          <dgm:chPref val="3"/>
        </dgm:presLayoutVars>
      </dgm:prSet>
      <dgm:spPr/>
    </dgm:pt>
    <dgm:pt modelId="{9ABF04ED-4BC1-4436-8BD8-82F2EAE14D0F}" type="pres">
      <dgm:prSet presAssocID="{C7EAEBDF-9C29-4891-AA6B-CCEAFE0F6190}" presName="hierChild2" presStyleCnt="0"/>
      <dgm:spPr/>
    </dgm:pt>
    <dgm:pt modelId="{C17810B0-B931-45D2-8333-C2F819225BE8}" type="pres">
      <dgm:prSet presAssocID="{A9A77103-A4A1-4100-BFEA-3E920B51EF52}" presName="hierRoot1" presStyleCnt="0"/>
      <dgm:spPr/>
    </dgm:pt>
    <dgm:pt modelId="{4B9B0D50-09DC-4F98-8135-BA187F42A9DB}" type="pres">
      <dgm:prSet presAssocID="{A9A77103-A4A1-4100-BFEA-3E920B51EF52}" presName="composite" presStyleCnt="0"/>
      <dgm:spPr/>
    </dgm:pt>
    <dgm:pt modelId="{D5B8ECFD-ECEA-4B08-A485-7A518032DF91}" type="pres">
      <dgm:prSet presAssocID="{A9A77103-A4A1-4100-BFEA-3E920B51EF52}" presName="background" presStyleLbl="node0" presStyleIdx="3" presStyleCnt="4"/>
      <dgm:spPr/>
    </dgm:pt>
    <dgm:pt modelId="{FEB0E579-C1D5-4EA8-9E44-FE4A7F900DE0}" type="pres">
      <dgm:prSet presAssocID="{A9A77103-A4A1-4100-BFEA-3E920B51EF52}" presName="text" presStyleLbl="fgAcc0" presStyleIdx="3" presStyleCnt="4">
        <dgm:presLayoutVars>
          <dgm:chPref val="3"/>
        </dgm:presLayoutVars>
      </dgm:prSet>
      <dgm:spPr/>
    </dgm:pt>
    <dgm:pt modelId="{9B63F9F3-F14F-407E-91C2-13BFA5EA416C}" type="pres">
      <dgm:prSet presAssocID="{A9A77103-A4A1-4100-BFEA-3E920B51EF52}" presName="hierChild2" presStyleCnt="0"/>
      <dgm:spPr/>
    </dgm:pt>
  </dgm:ptLst>
  <dgm:cxnLst>
    <dgm:cxn modelId="{40BF4A31-0F61-458C-87F8-B245BD5D1DEB}" srcId="{B0465EFB-F252-4B95-8917-83D8F3497775}" destId="{FC5F735D-0C7E-4901-9333-57089717D3FE}" srcOrd="0" destOrd="0" parTransId="{8E7D9827-7F6C-434B-ADAB-3048296D6303}" sibTransId="{629EFA68-D6DD-450A-ADD0-E41C54393EED}"/>
    <dgm:cxn modelId="{02BDD05B-CA84-4CEE-949F-DE10E1837DA6}" type="presOf" srcId="{C7EAEBDF-9C29-4891-AA6B-CCEAFE0F6190}" destId="{D53329BA-F3D0-46BD-85E7-2C8A06D62396}" srcOrd="0" destOrd="0" presId="urn:microsoft.com/office/officeart/2005/8/layout/hierarchy1"/>
    <dgm:cxn modelId="{76D4A545-D393-4AD3-A01E-40C2F8F24687}" srcId="{B0465EFB-F252-4B95-8917-83D8F3497775}" destId="{C0AE66EE-BC2E-4034-8753-656F4839F31D}" srcOrd="1" destOrd="0" parTransId="{96E2BC0A-A0AE-48D9-B203-A9F9B49E42B0}" sibTransId="{CD5CD33B-907B-40A8-8D5A-70644F2488EA}"/>
    <dgm:cxn modelId="{2F0D7A6A-31EA-49FD-8546-892D9DA67D94}" type="presOf" srcId="{B0465EFB-F252-4B95-8917-83D8F3497775}" destId="{0B25D066-AB3B-4C51-9872-B0E11B5DDDF5}" srcOrd="0" destOrd="0" presId="urn:microsoft.com/office/officeart/2005/8/layout/hierarchy1"/>
    <dgm:cxn modelId="{24748E6E-250E-4207-A2F2-0F17C7E16443}" srcId="{B0465EFB-F252-4B95-8917-83D8F3497775}" destId="{C7EAEBDF-9C29-4891-AA6B-CCEAFE0F6190}" srcOrd="2" destOrd="0" parTransId="{04ADC3FE-2055-4FDE-8A47-95E69CC324EA}" sibTransId="{CB337C86-7371-4B39-BD2C-4558CFB1F39D}"/>
    <dgm:cxn modelId="{BD9F4AA1-1605-4BA2-B0AA-8237B4A435BF}" srcId="{B0465EFB-F252-4B95-8917-83D8F3497775}" destId="{A9A77103-A4A1-4100-BFEA-3E920B51EF52}" srcOrd="3" destOrd="0" parTransId="{2C0520CE-719F-49AC-AE7A-DE8AA16A1F3F}" sibTransId="{8F1A6334-5075-41C7-89D4-EA61BD5DBDCE}"/>
    <dgm:cxn modelId="{FF70D2A1-24DE-4DA2-A686-A7E80D158EBF}" type="presOf" srcId="{C0AE66EE-BC2E-4034-8753-656F4839F31D}" destId="{62CB5D60-B683-4894-8612-E8B613EF5B18}" srcOrd="0" destOrd="0" presId="urn:microsoft.com/office/officeart/2005/8/layout/hierarchy1"/>
    <dgm:cxn modelId="{FDF94AAE-D915-45D1-9AB6-897AA08DA015}" type="presOf" srcId="{FC5F735D-0C7E-4901-9333-57089717D3FE}" destId="{6F735FD7-DDDF-477A-8E69-0A2E563B2E18}" srcOrd="0" destOrd="0" presId="urn:microsoft.com/office/officeart/2005/8/layout/hierarchy1"/>
    <dgm:cxn modelId="{76E827CD-4C53-4DBA-BE17-52B1884EE967}" type="presOf" srcId="{A9A77103-A4A1-4100-BFEA-3E920B51EF52}" destId="{FEB0E579-C1D5-4EA8-9E44-FE4A7F900DE0}" srcOrd="0" destOrd="0" presId="urn:microsoft.com/office/officeart/2005/8/layout/hierarchy1"/>
    <dgm:cxn modelId="{C89D6043-3EB8-46A9-878A-B8871FD9A6B0}" type="presParOf" srcId="{0B25D066-AB3B-4C51-9872-B0E11B5DDDF5}" destId="{B723CA48-9C57-4538-9CD6-D32866267EA4}" srcOrd="0" destOrd="0" presId="urn:microsoft.com/office/officeart/2005/8/layout/hierarchy1"/>
    <dgm:cxn modelId="{E87F6263-03BC-420F-8B00-B3B98DA02C69}" type="presParOf" srcId="{B723CA48-9C57-4538-9CD6-D32866267EA4}" destId="{4D60CE74-6594-4F84-9985-413E9559E551}" srcOrd="0" destOrd="0" presId="urn:microsoft.com/office/officeart/2005/8/layout/hierarchy1"/>
    <dgm:cxn modelId="{DE2A3A72-8D6C-44EF-979A-1C43C198494F}" type="presParOf" srcId="{4D60CE74-6594-4F84-9985-413E9559E551}" destId="{9E462C5C-504C-453E-A489-7EC7133C52BB}" srcOrd="0" destOrd="0" presId="urn:microsoft.com/office/officeart/2005/8/layout/hierarchy1"/>
    <dgm:cxn modelId="{3345DFE1-33D4-4ABB-A188-5F542FFC79D6}" type="presParOf" srcId="{4D60CE74-6594-4F84-9985-413E9559E551}" destId="{6F735FD7-DDDF-477A-8E69-0A2E563B2E18}" srcOrd="1" destOrd="0" presId="urn:microsoft.com/office/officeart/2005/8/layout/hierarchy1"/>
    <dgm:cxn modelId="{F509A7FE-2FFE-4A85-B589-5FCD8C594B24}" type="presParOf" srcId="{B723CA48-9C57-4538-9CD6-D32866267EA4}" destId="{17D87ABE-96BD-4317-8DDD-CA1767687592}" srcOrd="1" destOrd="0" presId="urn:microsoft.com/office/officeart/2005/8/layout/hierarchy1"/>
    <dgm:cxn modelId="{277828B8-AF54-440E-8C2F-AEB156706F7A}" type="presParOf" srcId="{0B25D066-AB3B-4C51-9872-B0E11B5DDDF5}" destId="{EAD1CFA3-5738-4006-9FD0-BEE22D6CCBDF}" srcOrd="1" destOrd="0" presId="urn:microsoft.com/office/officeart/2005/8/layout/hierarchy1"/>
    <dgm:cxn modelId="{4F854002-B770-4930-A865-146823811310}" type="presParOf" srcId="{EAD1CFA3-5738-4006-9FD0-BEE22D6CCBDF}" destId="{C61CC5C6-57DD-4B76-A8E8-584ED34A11B6}" srcOrd="0" destOrd="0" presId="urn:microsoft.com/office/officeart/2005/8/layout/hierarchy1"/>
    <dgm:cxn modelId="{2990A50A-B3E1-4EF0-9A86-611938DA8FB0}" type="presParOf" srcId="{C61CC5C6-57DD-4B76-A8E8-584ED34A11B6}" destId="{237D798D-E15D-45C2-AE87-500DB41743A2}" srcOrd="0" destOrd="0" presId="urn:microsoft.com/office/officeart/2005/8/layout/hierarchy1"/>
    <dgm:cxn modelId="{11F539E2-5AC9-488D-ADDA-5014CA4CB459}" type="presParOf" srcId="{C61CC5C6-57DD-4B76-A8E8-584ED34A11B6}" destId="{62CB5D60-B683-4894-8612-E8B613EF5B18}" srcOrd="1" destOrd="0" presId="urn:microsoft.com/office/officeart/2005/8/layout/hierarchy1"/>
    <dgm:cxn modelId="{AEC15C70-F80C-4B15-823E-2971D8704817}" type="presParOf" srcId="{EAD1CFA3-5738-4006-9FD0-BEE22D6CCBDF}" destId="{54DBF29D-4BDC-4F6C-AE05-64C57F39A36A}" srcOrd="1" destOrd="0" presId="urn:microsoft.com/office/officeart/2005/8/layout/hierarchy1"/>
    <dgm:cxn modelId="{BB7CAE99-0A81-4DFA-92BE-3E306F429447}" type="presParOf" srcId="{0B25D066-AB3B-4C51-9872-B0E11B5DDDF5}" destId="{A8A43533-0825-4515-9131-351693169BBE}" srcOrd="2" destOrd="0" presId="urn:microsoft.com/office/officeart/2005/8/layout/hierarchy1"/>
    <dgm:cxn modelId="{AFA39E25-176E-47D4-957F-1F947929F276}" type="presParOf" srcId="{A8A43533-0825-4515-9131-351693169BBE}" destId="{7DB2731A-B2B9-4BEF-839B-7914F4B1DF17}" srcOrd="0" destOrd="0" presId="urn:microsoft.com/office/officeart/2005/8/layout/hierarchy1"/>
    <dgm:cxn modelId="{5B6F550F-2531-46B1-ABF7-47AEA68A86F3}" type="presParOf" srcId="{7DB2731A-B2B9-4BEF-839B-7914F4B1DF17}" destId="{51DCB0C3-BA60-457A-AEAF-8BF44807430B}" srcOrd="0" destOrd="0" presId="urn:microsoft.com/office/officeart/2005/8/layout/hierarchy1"/>
    <dgm:cxn modelId="{458635DE-151F-457F-81EE-D254D00A159E}" type="presParOf" srcId="{7DB2731A-B2B9-4BEF-839B-7914F4B1DF17}" destId="{D53329BA-F3D0-46BD-85E7-2C8A06D62396}" srcOrd="1" destOrd="0" presId="urn:microsoft.com/office/officeart/2005/8/layout/hierarchy1"/>
    <dgm:cxn modelId="{04201540-853C-4AE0-A492-8F09682C2482}" type="presParOf" srcId="{A8A43533-0825-4515-9131-351693169BBE}" destId="{9ABF04ED-4BC1-4436-8BD8-82F2EAE14D0F}" srcOrd="1" destOrd="0" presId="urn:microsoft.com/office/officeart/2005/8/layout/hierarchy1"/>
    <dgm:cxn modelId="{F1F0E23E-D771-4C0B-AF63-034BABC815B9}" type="presParOf" srcId="{0B25D066-AB3B-4C51-9872-B0E11B5DDDF5}" destId="{C17810B0-B931-45D2-8333-C2F819225BE8}" srcOrd="3" destOrd="0" presId="urn:microsoft.com/office/officeart/2005/8/layout/hierarchy1"/>
    <dgm:cxn modelId="{D5DB3973-073C-43C6-95BE-1E577576FC26}" type="presParOf" srcId="{C17810B0-B931-45D2-8333-C2F819225BE8}" destId="{4B9B0D50-09DC-4F98-8135-BA187F42A9DB}" srcOrd="0" destOrd="0" presId="urn:microsoft.com/office/officeart/2005/8/layout/hierarchy1"/>
    <dgm:cxn modelId="{AFFF56F2-149F-4C66-AE4F-4A1833F4A576}" type="presParOf" srcId="{4B9B0D50-09DC-4F98-8135-BA187F42A9DB}" destId="{D5B8ECFD-ECEA-4B08-A485-7A518032DF91}" srcOrd="0" destOrd="0" presId="urn:microsoft.com/office/officeart/2005/8/layout/hierarchy1"/>
    <dgm:cxn modelId="{13EAE310-37D1-48E3-8574-62E93ACB00B2}" type="presParOf" srcId="{4B9B0D50-09DC-4F98-8135-BA187F42A9DB}" destId="{FEB0E579-C1D5-4EA8-9E44-FE4A7F900DE0}" srcOrd="1" destOrd="0" presId="urn:microsoft.com/office/officeart/2005/8/layout/hierarchy1"/>
    <dgm:cxn modelId="{DED8AF5E-F970-435F-97B7-563814F5EF4A}" type="presParOf" srcId="{C17810B0-B931-45D2-8333-C2F819225BE8}" destId="{9B63F9F3-F14F-407E-91C2-13BFA5EA41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2B188C-CC15-46CF-9954-B7643D125CF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4C817-56A8-44B7-9851-ADBEA474475D}">
      <dgm:prSet/>
      <dgm:spPr/>
      <dgm:t>
        <a:bodyPr/>
        <a:lstStyle/>
        <a:p>
          <a:r>
            <a:rPr lang="ro-RO"/>
            <a:t>Bomboanele cad pentru a umple spațiile goale</a:t>
          </a:r>
          <a:endParaRPr lang="en-US"/>
        </a:p>
      </dgm:t>
    </dgm:pt>
    <dgm:pt modelId="{E4638621-D65A-48DA-B10B-924FD882D0E1}" type="parTrans" cxnId="{44385637-CDC3-4E72-AA0F-7B265095A810}">
      <dgm:prSet/>
      <dgm:spPr/>
      <dgm:t>
        <a:bodyPr/>
        <a:lstStyle/>
        <a:p>
          <a:endParaRPr lang="en-US"/>
        </a:p>
      </dgm:t>
    </dgm:pt>
    <dgm:pt modelId="{8FDD7C36-A293-40F1-B94A-FD0E6E718878}" type="sibTrans" cxnId="{44385637-CDC3-4E72-AA0F-7B265095A81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64E554D-889B-4420-8BD4-A919BC27E405}">
      <dgm:prSet/>
      <dgm:spPr/>
      <dgm:t>
        <a:bodyPr/>
        <a:lstStyle/>
        <a:p>
          <a:r>
            <a:rPr lang="ro-RO"/>
            <a:t>Celulele de sus sunt reumplute aleatoriu</a:t>
          </a:r>
          <a:endParaRPr lang="en-US"/>
        </a:p>
      </dgm:t>
    </dgm:pt>
    <dgm:pt modelId="{D3953C5F-BCA5-44BD-B84D-B9AE99E260B5}" type="parTrans" cxnId="{03991376-B01D-4819-B522-4ACA4F6F481A}">
      <dgm:prSet/>
      <dgm:spPr/>
      <dgm:t>
        <a:bodyPr/>
        <a:lstStyle/>
        <a:p>
          <a:endParaRPr lang="en-US"/>
        </a:p>
      </dgm:t>
    </dgm:pt>
    <dgm:pt modelId="{DD53A7AC-20E2-40CE-B552-16F5FA23610F}" type="sibTrans" cxnId="{03991376-B01D-4819-B522-4ACA4F6F481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4DA0044-00E0-4BA9-BE30-8E0466D8D166}">
      <dgm:prSet/>
      <dgm:spPr/>
      <dgm:t>
        <a:bodyPr/>
        <a:lstStyle/>
        <a:p>
          <a:r>
            <a:rPr lang="ro-RO" dirty="0"/>
            <a:t>Cod esențial: </a:t>
          </a:r>
        </a:p>
        <a:p>
          <a:r>
            <a:rPr lang="en-US" dirty="0"/>
            <a:t>for r in range(rows-1, -1, -1):</a:t>
          </a:r>
          <a:r>
            <a:rPr lang="ro-RO" dirty="0"/>
            <a:t> </a:t>
          </a:r>
        </a:p>
        <a:p>
          <a:r>
            <a:rPr lang="ro-RO" dirty="0"/>
            <a:t>      </a:t>
          </a:r>
          <a:r>
            <a:rPr lang="en-US" dirty="0"/>
            <a:t>if grid[r][c] != 0</a:t>
          </a:r>
          <a:r>
            <a:rPr lang="ro-RO" dirty="0"/>
            <a:t>:</a:t>
          </a:r>
        </a:p>
        <a:p>
          <a:r>
            <a:rPr lang="ro-RO" dirty="0"/>
            <a:t>	</a:t>
          </a:r>
          <a:r>
            <a:rPr lang="en-US" dirty="0"/>
            <a:t>grid[write][c]=grid[r][c]</a:t>
          </a:r>
        </a:p>
      </dgm:t>
    </dgm:pt>
    <dgm:pt modelId="{8B5B64FB-A3E1-4FBE-8DDC-4FA1FE97CDA4}" type="parTrans" cxnId="{FFFA6062-63A2-4A98-9AC5-1C0B6BB8F750}">
      <dgm:prSet/>
      <dgm:spPr/>
      <dgm:t>
        <a:bodyPr/>
        <a:lstStyle/>
        <a:p>
          <a:endParaRPr lang="en-US"/>
        </a:p>
      </dgm:t>
    </dgm:pt>
    <dgm:pt modelId="{0261E436-8D15-4213-A006-B28B5FDE2FD9}" type="sibTrans" cxnId="{FFFA6062-63A2-4A98-9AC5-1C0B6BB8F75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18F240F-BA7C-4FB3-B172-F8242BF4F971}" type="pres">
      <dgm:prSet presAssocID="{0A2B188C-CC15-46CF-9954-B7643D125CFA}" presName="Name0" presStyleCnt="0">
        <dgm:presLayoutVars>
          <dgm:animLvl val="lvl"/>
          <dgm:resizeHandles val="exact"/>
        </dgm:presLayoutVars>
      </dgm:prSet>
      <dgm:spPr/>
    </dgm:pt>
    <dgm:pt modelId="{86DEA625-B94D-4564-96EA-F8FDFA8AC550}" type="pres">
      <dgm:prSet presAssocID="{4094C817-56A8-44B7-9851-ADBEA474475D}" presName="compositeNode" presStyleCnt="0">
        <dgm:presLayoutVars>
          <dgm:bulletEnabled val="1"/>
        </dgm:presLayoutVars>
      </dgm:prSet>
      <dgm:spPr/>
    </dgm:pt>
    <dgm:pt modelId="{78820D83-3368-4084-BE0D-5B90E8BF8920}" type="pres">
      <dgm:prSet presAssocID="{4094C817-56A8-44B7-9851-ADBEA474475D}" presName="bgRect" presStyleLbl="alignNode1" presStyleIdx="0" presStyleCnt="3"/>
      <dgm:spPr/>
    </dgm:pt>
    <dgm:pt modelId="{A88761EA-C8E3-4DDE-B4E6-1825AA639909}" type="pres">
      <dgm:prSet presAssocID="{8FDD7C36-A293-40F1-B94A-FD0E6E718878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100A851-948E-4900-AA5C-3286401ADE37}" type="pres">
      <dgm:prSet presAssocID="{4094C817-56A8-44B7-9851-ADBEA474475D}" presName="nodeRect" presStyleLbl="alignNode1" presStyleIdx="0" presStyleCnt="3">
        <dgm:presLayoutVars>
          <dgm:bulletEnabled val="1"/>
        </dgm:presLayoutVars>
      </dgm:prSet>
      <dgm:spPr/>
    </dgm:pt>
    <dgm:pt modelId="{19046EC4-0264-4658-B061-3A5B1A592146}" type="pres">
      <dgm:prSet presAssocID="{8FDD7C36-A293-40F1-B94A-FD0E6E718878}" presName="sibTrans" presStyleCnt="0"/>
      <dgm:spPr/>
    </dgm:pt>
    <dgm:pt modelId="{13FA6BE8-AE1F-4289-8BD9-F5B0FB98B38A}" type="pres">
      <dgm:prSet presAssocID="{264E554D-889B-4420-8BD4-A919BC27E405}" presName="compositeNode" presStyleCnt="0">
        <dgm:presLayoutVars>
          <dgm:bulletEnabled val="1"/>
        </dgm:presLayoutVars>
      </dgm:prSet>
      <dgm:spPr/>
    </dgm:pt>
    <dgm:pt modelId="{5BA2F4D9-5CF8-481E-B608-8E956408A61D}" type="pres">
      <dgm:prSet presAssocID="{264E554D-889B-4420-8BD4-A919BC27E405}" presName="bgRect" presStyleLbl="alignNode1" presStyleIdx="1" presStyleCnt="3"/>
      <dgm:spPr/>
    </dgm:pt>
    <dgm:pt modelId="{A8C73CDE-7E97-42EF-895F-1373034A7880}" type="pres">
      <dgm:prSet presAssocID="{DD53A7AC-20E2-40CE-B552-16F5FA23610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2B5B9BA-721B-44B5-B8B7-1F3FC0DBC66F}" type="pres">
      <dgm:prSet presAssocID="{264E554D-889B-4420-8BD4-A919BC27E405}" presName="nodeRect" presStyleLbl="alignNode1" presStyleIdx="1" presStyleCnt="3">
        <dgm:presLayoutVars>
          <dgm:bulletEnabled val="1"/>
        </dgm:presLayoutVars>
      </dgm:prSet>
      <dgm:spPr/>
    </dgm:pt>
    <dgm:pt modelId="{AB7EABB9-CC17-4144-A32E-5CB402A2E6C4}" type="pres">
      <dgm:prSet presAssocID="{DD53A7AC-20E2-40CE-B552-16F5FA23610F}" presName="sibTrans" presStyleCnt="0"/>
      <dgm:spPr/>
    </dgm:pt>
    <dgm:pt modelId="{3FFC6299-D90F-4F4C-AEBC-38B7B92B0EEB}" type="pres">
      <dgm:prSet presAssocID="{74DA0044-00E0-4BA9-BE30-8E0466D8D166}" presName="compositeNode" presStyleCnt="0">
        <dgm:presLayoutVars>
          <dgm:bulletEnabled val="1"/>
        </dgm:presLayoutVars>
      </dgm:prSet>
      <dgm:spPr/>
    </dgm:pt>
    <dgm:pt modelId="{5D1307AF-81ED-4548-B111-6227405A81BF}" type="pres">
      <dgm:prSet presAssocID="{74DA0044-00E0-4BA9-BE30-8E0466D8D166}" presName="bgRect" presStyleLbl="alignNode1" presStyleIdx="2" presStyleCnt="3"/>
      <dgm:spPr/>
    </dgm:pt>
    <dgm:pt modelId="{FF2B967A-70F0-405A-92FA-19BF5C1E25AA}" type="pres">
      <dgm:prSet presAssocID="{0261E436-8D15-4213-A006-B28B5FDE2FD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71A8B33-6B79-41D4-8300-B0C58B590A42}" type="pres">
      <dgm:prSet presAssocID="{74DA0044-00E0-4BA9-BE30-8E0466D8D166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2C867806-ECCE-4243-99A0-899D12CB5EA8}" type="presOf" srcId="{0261E436-8D15-4213-A006-B28B5FDE2FD9}" destId="{FF2B967A-70F0-405A-92FA-19BF5C1E25AA}" srcOrd="0" destOrd="0" presId="urn:microsoft.com/office/officeart/2016/7/layout/LinearBlockProcessNumbered"/>
    <dgm:cxn modelId="{4198BC2B-513F-4F6F-A628-79D147FA596B}" type="presOf" srcId="{264E554D-889B-4420-8BD4-A919BC27E405}" destId="{5BA2F4D9-5CF8-481E-B608-8E956408A61D}" srcOrd="0" destOrd="0" presId="urn:microsoft.com/office/officeart/2016/7/layout/LinearBlockProcessNumbered"/>
    <dgm:cxn modelId="{44385637-CDC3-4E72-AA0F-7B265095A810}" srcId="{0A2B188C-CC15-46CF-9954-B7643D125CFA}" destId="{4094C817-56A8-44B7-9851-ADBEA474475D}" srcOrd="0" destOrd="0" parTransId="{E4638621-D65A-48DA-B10B-924FD882D0E1}" sibTransId="{8FDD7C36-A293-40F1-B94A-FD0E6E718878}"/>
    <dgm:cxn modelId="{FFFA6062-63A2-4A98-9AC5-1C0B6BB8F750}" srcId="{0A2B188C-CC15-46CF-9954-B7643D125CFA}" destId="{74DA0044-00E0-4BA9-BE30-8E0466D8D166}" srcOrd="2" destOrd="0" parTransId="{8B5B64FB-A3E1-4FBE-8DDC-4FA1FE97CDA4}" sibTransId="{0261E436-8D15-4213-A006-B28B5FDE2FD9}"/>
    <dgm:cxn modelId="{72499B63-8546-4FEB-A681-4603DD4BA408}" type="presOf" srcId="{264E554D-889B-4420-8BD4-A919BC27E405}" destId="{32B5B9BA-721B-44B5-B8B7-1F3FC0DBC66F}" srcOrd="1" destOrd="0" presId="urn:microsoft.com/office/officeart/2016/7/layout/LinearBlockProcessNumbered"/>
    <dgm:cxn modelId="{03991376-B01D-4819-B522-4ACA4F6F481A}" srcId="{0A2B188C-CC15-46CF-9954-B7643D125CFA}" destId="{264E554D-889B-4420-8BD4-A919BC27E405}" srcOrd="1" destOrd="0" parTransId="{D3953C5F-BCA5-44BD-B84D-B9AE99E260B5}" sibTransId="{DD53A7AC-20E2-40CE-B552-16F5FA23610F}"/>
    <dgm:cxn modelId="{79B35D8E-B59F-4B9D-81A6-A286EADBAF7C}" type="presOf" srcId="{74DA0044-00E0-4BA9-BE30-8E0466D8D166}" destId="{D71A8B33-6B79-41D4-8300-B0C58B590A42}" srcOrd="1" destOrd="0" presId="urn:microsoft.com/office/officeart/2016/7/layout/LinearBlockProcessNumbered"/>
    <dgm:cxn modelId="{BC7C808E-F644-4D2E-B21E-565F39972454}" type="presOf" srcId="{4094C817-56A8-44B7-9851-ADBEA474475D}" destId="{78820D83-3368-4084-BE0D-5B90E8BF8920}" srcOrd="0" destOrd="0" presId="urn:microsoft.com/office/officeart/2016/7/layout/LinearBlockProcessNumbered"/>
    <dgm:cxn modelId="{CED1A8BD-30D8-4401-A059-9F77AE45071B}" type="presOf" srcId="{0A2B188C-CC15-46CF-9954-B7643D125CFA}" destId="{818F240F-BA7C-4FB3-B172-F8242BF4F971}" srcOrd="0" destOrd="0" presId="urn:microsoft.com/office/officeart/2016/7/layout/LinearBlockProcessNumbered"/>
    <dgm:cxn modelId="{F4D04BD3-0707-4282-B81F-C77B8408FFB4}" type="presOf" srcId="{8FDD7C36-A293-40F1-B94A-FD0E6E718878}" destId="{A88761EA-C8E3-4DDE-B4E6-1825AA639909}" srcOrd="0" destOrd="0" presId="urn:microsoft.com/office/officeart/2016/7/layout/LinearBlockProcessNumbered"/>
    <dgm:cxn modelId="{B64549DC-E7B1-47DE-BD24-1B9FC345A2EE}" type="presOf" srcId="{4094C817-56A8-44B7-9851-ADBEA474475D}" destId="{1100A851-948E-4900-AA5C-3286401ADE37}" srcOrd="1" destOrd="0" presId="urn:microsoft.com/office/officeart/2016/7/layout/LinearBlockProcessNumbered"/>
    <dgm:cxn modelId="{52FC0BE8-5C33-436B-8ED9-F1B054BB632F}" type="presOf" srcId="{DD53A7AC-20E2-40CE-B552-16F5FA23610F}" destId="{A8C73CDE-7E97-42EF-895F-1373034A7880}" srcOrd="0" destOrd="0" presId="urn:microsoft.com/office/officeart/2016/7/layout/LinearBlockProcessNumbered"/>
    <dgm:cxn modelId="{4BE5E5F7-34B8-4C1C-9E2D-D0D3C557CC28}" type="presOf" srcId="{74DA0044-00E0-4BA9-BE30-8E0466D8D166}" destId="{5D1307AF-81ED-4548-B111-6227405A81BF}" srcOrd="0" destOrd="0" presId="urn:microsoft.com/office/officeart/2016/7/layout/LinearBlockProcessNumbered"/>
    <dgm:cxn modelId="{4CF2AA79-4A64-4BB0-9E51-869ABE1FFB0C}" type="presParOf" srcId="{818F240F-BA7C-4FB3-B172-F8242BF4F971}" destId="{86DEA625-B94D-4564-96EA-F8FDFA8AC550}" srcOrd="0" destOrd="0" presId="urn:microsoft.com/office/officeart/2016/7/layout/LinearBlockProcessNumbered"/>
    <dgm:cxn modelId="{142BDE3F-2832-48A0-8AB8-FF3C8CF38692}" type="presParOf" srcId="{86DEA625-B94D-4564-96EA-F8FDFA8AC550}" destId="{78820D83-3368-4084-BE0D-5B90E8BF8920}" srcOrd="0" destOrd="0" presId="urn:microsoft.com/office/officeart/2016/7/layout/LinearBlockProcessNumbered"/>
    <dgm:cxn modelId="{BA1C7F0E-1FDA-499F-81D7-003F6CAC5C49}" type="presParOf" srcId="{86DEA625-B94D-4564-96EA-F8FDFA8AC550}" destId="{A88761EA-C8E3-4DDE-B4E6-1825AA639909}" srcOrd="1" destOrd="0" presId="urn:microsoft.com/office/officeart/2016/7/layout/LinearBlockProcessNumbered"/>
    <dgm:cxn modelId="{FA507D8B-BD3B-4CE3-8F60-60A2F5EC0C84}" type="presParOf" srcId="{86DEA625-B94D-4564-96EA-F8FDFA8AC550}" destId="{1100A851-948E-4900-AA5C-3286401ADE37}" srcOrd="2" destOrd="0" presId="urn:microsoft.com/office/officeart/2016/7/layout/LinearBlockProcessNumbered"/>
    <dgm:cxn modelId="{DBE2E80D-B22B-41B5-80A3-D8839F0720AA}" type="presParOf" srcId="{818F240F-BA7C-4FB3-B172-F8242BF4F971}" destId="{19046EC4-0264-4658-B061-3A5B1A592146}" srcOrd="1" destOrd="0" presId="urn:microsoft.com/office/officeart/2016/7/layout/LinearBlockProcessNumbered"/>
    <dgm:cxn modelId="{D81807E2-84C3-4C05-9473-44E78E5A05A1}" type="presParOf" srcId="{818F240F-BA7C-4FB3-B172-F8242BF4F971}" destId="{13FA6BE8-AE1F-4289-8BD9-F5B0FB98B38A}" srcOrd="2" destOrd="0" presId="urn:microsoft.com/office/officeart/2016/7/layout/LinearBlockProcessNumbered"/>
    <dgm:cxn modelId="{D9460816-5CBF-476F-8A97-F58DD9A65D6A}" type="presParOf" srcId="{13FA6BE8-AE1F-4289-8BD9-F5B0FB98B38A}" destId="{5BA2F4D9-5CF8-481E-B608-8E956408A61D}" srcOrd="0" destOrd="0" presId="urn:microsoft.com/office/officeart/2016/7/layout/LinearBlockProcessNumbered"/>
    <dgm:cxn modelId="{673B75B8-AD00-418C-AC84-4A1A22824480}" type="presParOf" srcId="{13FA6BE8-AE1F-4289-8BD9-F5B0FB98B38A}" destId="{A8C73CDE-7E97-42EF-895F-1373034A7880}" srcOrd="1" destOrd="0" presId="urn:microsoft.com/office/officeart/2016/7/layout/LinearBlockProcessNumbered"/>
    <dgm:cxn modelId="{7678CABF-34DB-4620-AE0B-A94646CB4FA9}" type="presParOf" srcId="{13FA6BE8-AE1F-4289-8BD9-F5B0FB98B38A}" destId="{32B5B9BA-721B-44B5-B8B7-1F3FC0DBC66F}" srcOrd="2" destOrd="0" presId="urn:microsoft.com/office/officeart/2016/7/layout/LinearBlockProcessNumbered"/>
    <dgm:cxn modelId="{3C0F5898-3B05-40BA-91E8-1DCF623C0D49}" type="presParOf" srcId="{818F240F-BA7C-4FB3-B172-F8242BF4F971}" destId="{AB7EABB9-CC17-4144-A32E-5CB402A2E6C4}" srcOrd="3" destOrd="0" presId="urn:microsoft.com/office/officeart/2016/7/layout/LinearBlockProcessNumbered"/>
    <dgm:cxn modelId="{68B8161D-3818-42D0-8A96-4B0C3D178037}" type="presParOf" srcId="{818F240F-BA7C-4FB3-B172-F8242BF4F971}" destId="{3FFC6299-D90F-4F4C-AEBC-38B7B92B0EEB}" srcOrd="4" destOrd="0" presId="urn:microsoft.com/office/officeart/2016/7/layout/LinearBlockProcessNumbered"/>
    <dgm:cxn modelId="{B811B107-FA98-4B60-8C72-9EFD4ADE2EE5}" type="presParOf" srcId="{3FFC6299-D90F-4F4C-AEBC-38B7B92B0EEB}" destId="{5D1307AF-81ED-4548-B111-6227405A81BF}" srcOrd="0" destOrd="0" presId="urn:microsoft.com/office/officeart/2016/7/layout/LinearBlockProcessNumbered"/>
    <dgm:cxn modelId="{99B16DFA-958D-4DE6-8542-FD3B2D4ECBC8}" type="presParOf" srcId="{3FFC6299-D90F-4F4C-AEBC-38B7B92B0EEB}" destId="{FF2B967A-70F0-405A-92FA-19BF5C1E25AA}" srcOrd="1" destOrd="0" presId="urn:microsoft.com/office/officeart/2016/7/layout/LinearBlockProcessNumbered"/>
    <dgm:cxn modelId="{DDB95BE4-7E62-48EE-9A0F-50CF513B0FE6}" type="presParOf" srcId="{3FFC6299-D90F-4F4C-AEBC-38B7B92B0EEB}" destId="{D71A8B33-6B79-41D4-8300-B0C58B590A4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EB3B2D-6499-4A7E-8C9E-E38F545309F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A2DDF0A-E961-4E14-B52A-98818B416598}">
      <dgm:prSet/>
      <dgm:spPr/>
      <dgm:t>
        <a:bodyPr/>
        <a:lstStyle/>
        <a:p>
          <a:r>
            <a:rPr lang="ro-RO" baseline="0"/>
            <a:t>Canvas pentru tabla de joc</a:t>
          </a:r>
          <a:endParaRPr lang="en-US"/>
        </a:p>
      </dgm:t>
    </dgm:pt>
    <dgm:pt modelId="{0C9D155A-9292-464A-81E1-D4819EF780D3}" type="parTrans" cxnId="{909D0531-0E8A-4BB3-936E-618D58201CEB}">
      <dgm:prSet/>
      <dgm:spPr/>
      <dgm:t>
        <a:bodyPr/>
        <a:lstStyle/>
        <a:p>
          <a:endParaRPr lang="en-US"/>
        </a:p>
      </dgm:t>
    </dgm:pt>
    <dgm:pt modelId="{FC7B5EDC-C0C3-4726-9859-BAEA90CAB5E1}" type="sibTrans" cxnId="{909D0531-0E8A-4BB3-936E-618D58201CEB}">
      <dgm:prSet/>
      <dgm:spPr/>
      <dgm:t>
        <a:bodyPr/>
        <a:lstStyle/>
        <a:p>
          <a:endParaRPr lang="en-US"/>
        </a:p>
      </dgm:t>
    </dgm:pt>
    <dgm:pt modelId="{C2A9F206-37F1-4353-9A6B-31C3FA413C64}">
      <dgm:prSet/>
      <dgm:spPr/>
      <dgm:t>
        <a:bodyPr/>
        <a:lstStyle/>
        <a:p>
          <a:r>
            <a:rPr lang="ro-RO" baseline="0"/>
            <a:t>Controale: Play, Stop, Speed</a:t>
          </a:r>
          <a:endParaRPr lang="en-US"/>
        </a:p>
      </dgm:t>
    </dgm:pt>
    <dgm:pt modelId="{8EC519AD-5D1B-487A-BEC8-8953EE4321EF}" type="parTrans" cxnId="{AAC398AF-3A3D-43AD-A2C2-DF528F1F38D8}">
      <dgm:prSet/>
      <dgm:spPr/>
      <dgm:t>
        <a:bodyPr/>
        <a:lstStyle/>
        <a:p>
          <a:endParaRPr lang="en-US"/>
        </a:p>
      </dgm:t>
    </dgm:pt>
    <dgm:pt modelId="{7C76A145-ED52-4777-83D9-BCD7FEBCABDE}" type="sibTrans" cxnId="{AAC398AF-3A3D-43AD-A2C2-DF528F1F38D8}">
      <dgm:prSet/>
      <dgm:spPr/>
      <dgm:t>
        <a:bodyPr/>
        <a:lstStyle/>
        <a:p>
          <a:endParaRPr lang="en-US"/>
        </a:p>
      </dgm:t>
    </dgm:pt>
    <dgm:pt modelId="{64536244-5B7A-4384-AA35-6AAD4DB40BB5}">
      <dgm:prSet/>
      <dgm:spPr/>
      <dgm:t>
        <a:bodyPr/>
        <a:lstStyle/>
        <a:p>
          <a:r>
            <a:rPr lang="ro-RO" baseline="0" dirty="0"/>
            <a:t>Evidențieri vizuale:</a:t>
          </a:r>
        </a:p>
        <a:p>
          <a:r>
            <a:rPr lang="ro-RO" baseline="0" dirty="0"/>
            <a:t>swap – violet </a:t>
          </a:r>
        </a:p>
        <a:p>
          <a:r>
            <a:rPr lang="ro-RO" baseline="0" dirty="0"/>
            <a:t>match – roșu</a:t>
          </a:r>
          <a:endParaRPr lang="en-US" dirty="0"/>
        </a:p>
      </dgm:t>
    </dgm:pt>
    <dgm:pt modelId="{8B89F538-3CE6-4EEA-8C38-A359312F112B}" type="parTrans" cxnId="{DF122FAB-A563-44EC-99DF-693635F7C913}">
      <dgm:prSet/>
      <dgm:spPr/>
      <dgm:t>
        <a:bodyPr/>
        <a:lstStyle/>
        <a:p>
          <a:endParaRPr lang="en-US"/>
        </a:p>
      </dgm:t>
    </dgm:pt>
    <dgm:pt modelId="{C6648F3B-E374-44CA-B3E7-994A185144A0}" type="sibTrans" cxnId="{DF122FAB-A563-44EC-99DF-693635F7C913}">
      <dgm:prSet/>
      <dgm:spPr/>
      <dgm:t>
        <a:bodyPr/>
        <a:lstStyle/>
        <a:p>
          <a:endParaRPr lang="en-US"/>
        </a:p>
      </dgm:t>
    </dgm:pt>
    <dgm:pt modelId="{9CDD915C-5F8B-478E-B452-14B7C309CBD2}">
      <dgm:prSet/>
      <dgm:spPr/>
      <dgm:t>
        <a:bodyPr/>
        <a:lstStyle/>
        <a:p>
          <a:r>
            <a:rPr lang="ro-RO" baseline="0"/>
            <a:t>Actualizare scor și swap-uri în timp real</a:t>
          </a:r>
          <a:endParaRPr lang="en-US"/>
        </a:p>
      </dgm:t>
    </dgm:pt>
    <dgm:pt modelId="{73803755-C7FE-4B85-AA27-7BD63EC1F2D9}" type="parTrans" cxnId="{B9C4EC84-166B-44BD-9249-A05779A47DCD}">
      <dgm:prSet/>
      <dgm:spPr/>
      <dgm:t>
        <a:bodyPr/>
        <a:lstStyle/>
        <a:p>
          <a:endParaRPr lang="en-US"/>
        </a:p>
      </dgm:t>
    </dgm:pt>
    <dgm:pt modelId="{13F9124F-5560-4958-9702-522F25869CFA}" type="sibTrans" cxnId="{B9C4EC84-166B-44BD-9249-A05779A47DCD}">
      <dgm:prSet/>
      <dgm:spPr/>
      <dgm:t>
        <a:bodyPr/>
        <a:lstStyle/>
        <a:p>
          <a:endParaRPr lang="en-US"/>
        </a:p>
      </dgm:t>
    </dgm:pt>
    <dgm:pt modelId="{874963AC-4421-4A6D-861E-D56C98F99009}" type="pres">
      <dgm:prSet presAssocID="{F8EB3B2D-6499-4A7E-8C9E-E38F545309F7}" presName="linear" presStyleCnt="0">
        <dgm:presLayoutVars>
          <dgm:animLvl val="lvl"/>
          <dgm:resizeHandles val="exact"/>
        </dgm:presLayoutVars>
      </dgm:prSet>
      <dgm:spPr/>
    </dgm:pt>
    <dgm:pt modelId="{43B6999D-FD90-4BF6-AA9E-292F27B81811}" type="pres">
      <dgm:prSet presAssocID="{9A2DDF0A-E961-4E14-B52A-98818B4165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DE3485-468B-4212-81CA-59AB2DA11A58}" type="pres">
      <dgm:prSet presAssocID="{FC7B5EDC-C0C3-4726-9859-BAEA90CAB5E1}" presName="spacer" presStyleCnt="0"/>
      <dgm:spPr/>
    </dgm:pt>
    <dgm:pt modelId="{CF336E41-0A4D-4D68-B71D-47644442E2B9}" type="pres">
      <dgm:prSet presAssocID="{C2A9F206-37F1-4353-9A6B-31C3FA413C6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B8E896-51AC-44CF-BBFF-D701ED3ED2A6}" type="pres">
      <dgm:prSet presAssocID="{7C76A145-ED52-4777-83D9-BCD7FEBCABDE}" presName="spacer" presStyleCnt="0"/>
      <dgm:spPr/>
    </dgm:pt>
    <dgm:pt modelId="{5088D6E4-A902-4706-BFF9-73B7D97BEEE9}" type="pres">
      <dgm:prSet presAssocID="{64536244-5B7A-4384-AA35-6AAD4DB40B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D5DE62-3E24-467E-A0FE-16AE44910AD4}" type="pres">
      <dgm:prSet presAssocID="{C6648F3B-E374-44CA-B3E7-994A185144A0}" presName="spacer" presStyleCnt="0"/>
      <dgm:spPr/>
    </dgm:pt>
    <dgm:pt modelId="{BF873039-B585-4686-8C82-29C4CE91A5D7}" type="pres">
      <dgm:prSet presAssocID="{9CDD915C-5F8B-478E-B452-14B7C309CBD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9D0531-0E8A-4BB3-936E-618D58201CEB}" srcId="{F8EB3B2D-6499-4A7E-8C9E-E38F545309F7}" destId="{9A2DDF0A-E961-4E14-B52A-98818B416598}" srcOrd="0" destOrd="0" parTransId="{0C9D155A-9292-464A-81E1-D4819EF780D3}" sibTransId="{FC7B5EDC-C0C3-4726-9859-BAEA90CAB5E1}"/>
    <dgm:cxn modelId="{E882C940-E957-4968-B6E8-1D7AB964EC94}" type="presOf" srcId="{C2A9F206-37F1-4353-9A6B-31C3FA413C64}" destId="{CF336E41-0A4D-4D68-B71D-47644442E2B9}" srcOrd="0" destOrd="0" presId="urn:microsoft.com/office/officeart/2005/8/layout/vList2"/>
    <dgm:cxn modelId="{5E71D483-2696-47C4-BBE5-8465DE978675}" type="presOf" srcId="{F8EB3B2D-6499-4A7E-8C9E-E38F545309F7}" destId="{874963AC-4421-4A6D-861E-D56C98F99009}" srcOrd="0" destOrd="0" presId="urn:microsoft.com/office/officeart/2005/8/layout/vList2"/>
    <dgm:cxn modelId="{B9C4EC84-166B-44BD-9249-A05779A47DCD}" srcId="{F8EB3B2D-6499-4A7E-8C9E-E38F545309F7}" destId="{9CDD915C-5F8B-478E-B452-14B7C309CBD2}" srcOrd="3" destOrd="0" parTransId="{73803755-C7FE-4B85-AA27-7BD63EC1F2D9}" sibTransId="{13F9124F-5560-4958-9702-522F25869CFA}"/>
    <dgm:cxn modelId="{DF122FAB-A563-44EC-99DF-693635F7C913}" srcId="{F8EB3B2D-6499-4A7E-8C9E-E38F545309F7}" destId="{64536244-5B7A-4384-AA35-6AAD4DB40BB5}" srcOrd="2" destOrd="0" parTransId="{8B89F538-3CE6-4EEA-8C38-A359312F112B}" sibTransId="{C6648F3B-E374-44CA-B3E7-994A185144A0}"/>
    <dgm:cxn modelId="{AAC398AF-3A3D-43AD-A2C2-DF528F1F38D8}" srcId="{F8EB3B2D-6499-4A7E-8C9E-E38F545309F7}" destId="{C2A9F206-37F1-4353-9A6B-31C3FA413C64}" srcOrd="1" destOrd="0" parTransId="{8EC519AD-5D1B-487A-BEC8-8953EE4321EF}" sibTransId="{7C76A145-ED52-4777-83D9-BCD7FEBCABDE}"/>
    <dgm:cxn modelId="{7635E7B6-37B3-4E64-917E-8E5E4FCA76BA}" type="presOf" srcId="{9CDD915C-5F8B-478E-B452-14B7C309CBD2}" destId="{BF873039-B585-4686-8C82-29C4CE91A5D7}" srcOrd="0" destOrd="0" presId="urn:microsoft.com/office/officeart/2005/8/layout/vList2"/>
    <dgm:cxn modelId="{8755C1CE-AC0D-4613-A5FB-151A695E4618}" type="presOf" srcId="{64536244-5B7A-4384-AA35-6AAD4DB40BB5}" destId="{5088D6E4-A902-4706-BFF9-73B7D97BEEE9}" srcOrd="0" destOrd="0" presId="urn:microsoft.com/office/officeart/2005/8/layout/vList2"/>
    <dgm:cxn modelId="{D97F94E0-00A9-4B2C-AC74-59E45C8CCF6D}" type="presOf" srcId="{9A2DDF0A-E961-4E14-B52A-98818B416598}" destId="{43B6999D-FD90-4BF6-AA9E-292F27B81811}" srcOrd="0" destOrd="0" presId="urn:microsoft.com/office/officeart/2005/8/layout/vList2"/>
    <dgm:cxn modelId="{52545811-D290-4BD2-8289-EE6BEE38BAA6}" type="presParOf" srcId="{874963AC-4421-4A6D-861E-D56C98F99009}" destId="{43B6999D-FD90-4BF6-AA9E-292F27B81811}" srcOrd="0" destOrd="0" presId="urn:microsoft.com/office/officeart/2005/8/layout/vList2"/>
    <dgm:cxn modelId="{D07CEBE7-F23C-4729-BF8F-3CDDCCC1AFB0}" type="presParOf" srcId="{874963AC-4421-4A6D-861E-D56C98F99009}" destId="{66DE3485-468B-4212-81CA-59AB2DA11A58}" srcOrd="1" destOrd="0" presId="urn:microsoft.com/office/officeart/2005/8/layout/vList2"/>
    <dgm:cxn modelId="{86793F76-1C1E-437D-A0CE-B902F9BCF34A}" type="presParOf" srcId="{874963AC-4421-4A6D-861E-D56C98F99009}" destId="{CF336E41-0A4D-4D68-B71D-47644442E2B9}" srcOrd="2" destOrd="0" presId="urn:microsoft.com/office/officeart/2005/8/layout/vList2"/>
    <dgm:cxn modelId="{94708EDC-935B-4B46-B0CA-0C40FD4C1139}" type="presParOf" srcId="{874963AC-4421-4A6D-861E-D56C98F99009}" destId="{40B8E896-51AC-44CF-BBFF-D701ED3ED2A6}" srcOrd="3" destOrd="0" presId="urn:microsoft.com/office/officeart/2005/8/layout/vList2"/>
    <dgm:cxn modelId="{FFA3FC46-75D9-4616-992F-6AC8B5899A06}" type="presParOf" srcId="{874963AC-4421-4A6D-861E-D56C98F99009}" destId="{5088D6E4-A902-4706-BFF9-73B7D97BEEE9}" srcOrd="4" destOrd="0" presId="urn:microsoft.com/office/officeart/2005/8/layout/vList2"/>
    <dgm:cxn modelId="{D665AC22-7E50-4B29-96D0-5CB950DFAD50}" type="presParOf" srcId="{874963AC-4421-4A6D-861E-D56C98F99009}" destId="{91D5DE62-3E24-467E-A0FE-16AE44910AD4}" srcOrd="5" destOrd="0" presId="urn:microsoft.com/office/officeart/2005/8/layout/vList2"/>
    <dgm:cxn modelId="{41F08C23-AE65-4AEC-9668-9A7F9B850D73}" type="presParOf" srcId="{874963AC-4421-4A6D-861E-D56C98F99009}" destId="{BF873039-B585-4686-8C82-29C4CE91A5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B119E-64B6-4440-B0F5-295B2C66FEBD}">
      <dsp:nvSpPr>
        <dsp:cNvPr id="0" name=""/>
        <dsp:cNvSpPr/>
      </dsp:nvSpPr>
      <dsp:spPr>
        <a:xfrm>
          <a:off x="0" y="66411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Joc tip puzzle în Python, folosind Tkinter</a:t>
          </a:r>
          <a:endParaRPr lang="en-US" sz="2800" kern="1200"/>
        </a:p>
      </dsp:txBody>
      <dsp:txXfrm>
        <a:off x="51649" y="118060"/>
        <a:ext cx="6580076" cy="954747"/>
      </dsp:txXfrm>
    </dsp:sp>
    <dsp:sp modelId="{72301066-18D7-4932-A689-A4947080045E}">
      <dsp:nvSpPr>
        <dsp:cNvPr id="0" name=""/>
        <dsp:cNvSpPr/>
      </dsp:nvSpPr>
      <dsp:spPr>
        <a:xfrm>
          <a:off x="0" y="1205096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-1114520"/>
                <a:satOff val="-4426"/>
                <a:lumOff val="281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114520"/>
                <a:satOff val="-4426"/>
                <a:lumOff val="281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114520"/>
                <a:satOff val="-4426"/>
                <a:lumOff val="281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Combinație = potrivirea a trei sau mai multe bomboane</a:t>
          </a:r>
          <a:endParaRPr lang="en-US" sz="2800" kern="1200"/>
        </a:p>
      </dsp:txBody>
      <dsp:txXfrm>
        <a:off x="51649" y="1256745"/>
        <a:ext cx="6580076" cy="954747"/>
      </dsp:txXfrm>
    </dsp:sp>
    <dsp:sp modelId="{DF5A3916-1EB7-4D01-BD75-5297789EE67F}">
      <dsp:nvSpPr>
        <dsp:cNvPr id="0" name=""/>
        <dsp:cNvSpPr/>
      </dsp:nvSpPr>
      <dsp:spPr>
        <a:xfrm>
          <a:off x="0" y="2343782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-2229041"/>
                <a:satOff val="-8853"/>
                <a:lumOff val="56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229041"/>
                <a:satOff val="-8853"/>
                <a:lumOff val="56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229041"/>
                <a:satOff val="-8853"/>
                <a:lumOff val="56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Proiect realizat în Pycharm</a:t>
          </a:r>
          <a:endParaRPr lang="en-US" sz="2800" kern="1200"/>
        </a:p>
      </dsp:txBody>
      <dsp:txXfrm>
        <a:off x="51649" y="2395431"/>
        <a:ext cx="6580076" cy="954747"/>
      </dsp:txXfrm>
    </dsp:sp>
    <dsp:sp modelId="{AC83B338-59F0-4F44-BB01-2006B8207DBA}">
      <dsp:nvSpPr>
        <dsp:cNvPr id="0" name=""/>
        <dsp:cNvSpPr/>
      </dsp:nvSpPr>
      <dsp:spPr>
        <a:xfrm>
          <a:off x="0" y="3482468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-3343561"/>
                <a:satOff val="-13279"/>
                <a:lumOff val="843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343561"/>
                <a:satOff val="-13279"/>
                <a:lumOff val="843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343561"/>
                <a:satOff val="-13279"/>
                <a:lumOff val="843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Focus: logică+interfață+interacțiune</a:t>
          </a:r>
          <a:endParaRPr lang="en-US" sz="2800" kern="1200"/>
        </a:p>
      </dsp:txBody>
      <dsp:txXfrm>
        <a:off x="51649" y="3534117"/>
        <a:ext cx="6580076" cy="9547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618545-7C79-4426-A188-726568DC1DBA}">
      <dsp:nvSpPr>
        <dsp:cNvPr id="0" name=""/>
        <dsp:cNvSpPr/>
      </dsp:nvSpPr>
      <dsp:spPr>
        <a:xfrm>
          <a:off x="0" y="435303"/>
          <a:ext cx="2914649" cy="185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EE3C5-AB32-40BF-A374-CDE1437665C0}">
      <dsp:nvSpPr>
        <dsp:cNvPr id="0" name=""/>
        <dsp:cNvSpPr/>
      </dsp:nvSpPr>
      <dsp:spPr>
        <a:xfrm>
          <a:off x="323850" y="742960"/>
          <a:ext cx="2914649" cy="1850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baseline="0"/>
            <a:t>Potrivește 3 sau mai multe bomboane de identice pe orizontală sau verticală</a:t>
          </a:r>
          <a:endParaRPr lang="en-US" sz="2400" kern="1200"/>
        </a:p>
      </dsp:txBody>
      <dsp:txXfrm>
        <a:off x="378058" y="797168"/>
        <a:ext cx="2806233" cy="1742386"/>
      </dsp:txXfrm>
    </dsp:sp>
    <dsp:sp modelId="{4CC3B22B-CE2C-4F53-B0B1-6816CEBD7F23}">
      <dsp:nvSpPr>
        <dsp:cNvPr id="0" name=""/>
        <dsp:cNvSpPr/>
      </dsp:nvSpPr>
      <dsp:spPr>
        <a:xfrm>
          <a:off x="3562350" y="435303"/>
          <a:ext cx="2914649" cy="185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60CB8-6E56-4F27-90EE-AF4BAEED6C9B}">
      <dsp:nvSpPr>
        <dsp:cNvPr id="0" name=""/>
        <dsp:cNvSpPr/>
      </dsp:nvSpPr>
      <dsp:spPr>
        <a:xfrm>
          <a:off x="3886200" y="742960"/>
          <a:ext cx="2914649" cy="1850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baseline="0"/>
            <a:t>Se obține un punctaj pentru fiecare potrivire și tabla se reumple automat</a:t>
          </a:r>
          <a:endParaRPr lang="en-US" sz="2400" kern="1200"/>
        </a:p>
      </dsp:txBody>
      <dsp:txXfrm>
        <a:off x="3940408" y="797168"/>
        <a:ext cx="2806233" cy="1742386"/>
      </dsp:txXfrm>
    </dsp:sp>
    <dsp:sp modelId="{6E08B2A7-DFDB-4E04-B9B3-E7B14A5F1642}">
      <dsp:nvSpPr>
        <dsp:cNvPr id="0" name=""/>
        <dsp:cNvSpPr/>
      </dsp:nvSpPr>
      <dsp:spPr>
        <a:xfrm>
          <a:off x="7124700" y="435303"/>
          <a:ext cx="2914649" cy="185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F1865-CC79-4CF0-971A-4495DC9C45CA}">
      <dsp:nvSpPr>
        <dsp:cNvPr id="0" name=""/>
        <dsp:cNvSpPr/>
      </dsp:nvSpPr>
      <dsp:spPr>
        <a:xfrm>
          <a:off x="7448549" y="742960"/>
          <a:ext cx="2914649" cy="1850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baseline="0"/>
            <a:t>Buclă de joc automată: detectează mutări (swap-uri), eliminări și refill</a:t>
          </a:r>
          <a:endParaRPr lang="en-US" sz="2400" kern="1200"/>
        </a:p>
      </dsp:txBody>
      <dsp:txXfrm>
        <a:off x="7502757" y="797168"/>
        <a:ext cx="2806233" cy="17423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EA1F9-7404-4E6B-B2E4-5A6A2097B08C}">
      <dsp:nvSpPr>
        <dsp:cNvPr id="0" name=""/>
        <dsp:cNvSpPr/>
      </dsp:nvSpPr>
      <dsp:spPr>
        <a:xfrm>
          <a:off x="0" y="0"/>
          <a:ext cx="8290560" cy="6663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Caută linii orizontale și verticale de minim 3 bomboane identice</a:t>
          </a:r>
          <a:endParaRPr lang="en-US" sz="2200" kern="1200"/>
        </a:p>
      </dsp:txBody>
      <dsp:txXfrm>
        <a:off x="19518" y="19518"/>
        <a:ext cx="7515157" cy="627358"/>
      </dsp:txXfrm>
    </dsp:sp>
    <dsp:sp modelId="{79BD5326-CC89-4F4F-8F2C-4B9018312A31}">
      <dsp:nvSpPr>
        <dsp:cNvPr id="0" name=""/>
        <dsp:cNvSpPr/>
      </dsp:nvSpPr>
      <dsp:spPr>
        <a:xfrm>
          <a:off x="0" y="777728"/>
          <a:ext cx="8290560" cy="6663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Dacă se detectează match:</a:t>
          </a:r>
          <a:endParaRPr lang="en-US" sz="2200" kern="1200"/>
        </a:p>
      </dsp:txBody>
      <dsp:txXfrm>
        <a:off x="19518" y="797246"/>
        <a:ext cx="7124033" cy="627358"/>
      </dsp:txXfrm>
    </dsp:sp>
    <dsp:sp modelId="{A0DD9FFE-29F5-435D-8B8F-03BD505AE031}">
      <dsp:nvSpPr>
        <dsp:cNvPr id="0" name=""/>
        <dsp:cNvSpPr/>
      </dsp:nvSpPr>
      <dsp:spPr>
        <a:xfrm>
          <a:off x="1378305" y="1575114"/>
          <a:ext cx="8290560" cy="6663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-Celulele sunt stocate într-un set unic</a:t>
          </a:r>
          <a:endParaRPr lang="en-US" sz="2200" kern="1200"/>
        </a:p>
      </dsp:txBody>
      <dsp:txXfrm>
        <a:off x="1397823" y="1594632"/>
        <a:ext cx="7134396" cy="627358"/>
      </dsp:txXfrm>
    </dsp:sp>
    <dsp:sp modelId="{E47CBC2E-C36C-4F65-B81D-CD7303C0D237}">
      <dsp:nvSpPr>
        <dsp:cNvPr id="0" name=""/>
        <dsp:cNvSpPr/>
      </dsp:nvSpPr>
      <dsp:spPr>
        <a:xfrm>
          <a:off x="1374574" y="2362672"/>
          <a:ext cx="8290560" cy="6663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-Calcul scor: len(cells)*10</a:t>
          </a:r>
          <a:endParaRPr lang="en-US" sz="2200" kern="1200"/>
        </a:p>
      </dsp:txBody>
      <dsp:txXfrm>
        <a:off x="1394092" y="2382190"/>
        <a:ext cx="7124033" cy="627358"/>
      </dsp:txXfrm>
    </dsp:sp>
    <dsp:sp modelId="{5FF0A4BB-3A7A-4D53-8F84-C50D8FE18C8F}">
      <dsp:nvSpPr>
        <dsp:cNvPr id="0" name=""/>
        <dsp:cNvSpPr/>
      </dsp:nvSpPr>
      <dsp:spPr>
        <a:xfrm>
          <a:off x="7851781" y="1320638"/>
          <a:ext cx="433156" cy="4331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7949241" y="1320638"/>
        <a:ext cx="238236" cy="325950"/>
      </dsp:txXfrm>
    </dsp:sp>
    <dsp:sp modelId="{46B83788-2DFB-48F8-BC5A-3B81302685AC}">
      <dsp:nvSpPr>
        <dsp:cNvPr id="0" name=""/>
        <dsp:cNvSpPr/>
      </dsp:nvSpPr>
      <dsp:spPr>
        <a:xfrm>
          <a:off x="7853645" y="1327453"/>
          <a:ext cx="433156" cy="43315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1105" y="1327453"/>
        <a:ext cx="238236" cy="325950"/>
      </dsp:txXfrm>
    </dsp:sp>
    <dsp:sp modelId="{F5D055AB-23A8-4465-9BC0-A52F55788D43}">
      <dsp:nvSpPr>
        <dsp:cNvPr id="0" name=""/>
        <dsp:cNvSpPr/>
      </dsp:nvSpPr>
      <dsp:spPr>
        <a:xfrm>
          <a:off x="7869026" y="2110830"/>
          <a:ext cx="433156" cy="43315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66486" y="2110830"/>
        <a:ext cx="238236" cy="325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62C5C-504C-453E-A489-7EC7133C52BB}">
      <dsp:nvSpPr>
        <dsp:cNvPr id="0" name=""/>
        <dsp:cNvSpPr/>
      </dsp:nvSpPr>
      <dsp:spPr>
        <a:xfrm>
          <a:off x="3036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35FD7-DDDF-477A-8E69-0A2E563B2E18}">
      <dsp:nvSpPr>
        <dsp:cNvPr id="0" name=""/>
        <dsp:cNvSpPr/>
      </dsp:nvSpPr>
      <dsp:spPr>
        <a:xfrm>
          <a:off x="243899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/>
            <a:t>Mutare validă – schimbarea a două celule adiacente care generează match</a:t>
          </a:r>
          <a:endParaRPr lang="en-US" sz="1400" kern="1200"/>
        </a:p>
      </dsp:txBody>
      <dsp:txXfrm>
        <a:off x="284216" y="980993"/>
        <a:ext cx="2087136" cy="1295900"/>
      </dsp:txXfrm>
    </dsp:sp>
    <dsp:sp modelId="{237D798D-E15D-45C2-AE87-500DB41743A2}">
      <dsp:nvSpPr>
        <dsp:cNvPr id="0" name=""/>
        <dsp:cNvSpPr/>
      </dsp:nvSpPr>
      <dsp:spPr>
        <a:xfrm>
          <a:off x="2652533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B5D60-B683-4894-8612-E8B613EF5B18}">
      <dsp:nvSpPr>
        <dsp:cNvPr id="0" name=""/>
        <dsp:cNvSpPr/>
      </dsp:nvSpPr>
      <dsp:spPr>
        <a:xfrm>
          <a:off x="2893397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/>
            <a:t>Căutăm prima mutare validă cu move=self.find_any_swap</a:t>
          </a:r>
          <a:endParaRPr lang="en-US" sz="1400" kern="1200"/>
        </a:p>
      </dsp:txBody>
      <dsp:txXfrm>
        <a:off x="2933714" y="980993"/>
        <a:ext cx="2087136" cy="1295900"/>
      </dsp:txXfrm>
    </dsp:sp>
    <dsp:sp modelId="{51DCB0C3-BA60-457A-AEAF-8BF44807430B}">
      <dsp:nvSpPr>
        <dsp:cNvPr id="0" name=""/>
        <dsp:cNvSpPr/>
      </dsp:nvSpPr>
      <dsp:spPr>
        <a:xfrm>
          <a:off x="5302031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329BA-F3D0-46BD-85E7-2C8A06D62396}">
      <dsp:nvSpPr>
        <dsp:cNvPr id="0" name=""/>
        <dsp:cNvSpPr/>
      </dsp:nvSpPr>
      <dsp:spPr>
        <a:xfrm>
          <a:off x="5542895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/>
            <a:t>Evidențiere swap-uri – culoarea violet</a:t>
          </a:r>
          <a:endParaRPr lang="en-US" sz="1400" kern="1200"/>
        </a:p>
      </dsp:txBody>
      <dsp:txXfrm>
        <a:off x="5583212" y="980993"/>
        <a:ext cx="2087136" cy="1295900"/>
      </dsp:txXfrm>
    </dsp:sp>
    <dsp:sp modelId="{D5B8ECFD-ECEA-4B08-A485-7A518032DF91}">
      <dsp:nvSpPr>
        <dsp:cNvPr id="0" name=""/>
        <dsp:cNvSpPr/>
      </dsp:nvSpPr>
      <dsp:spPr>
        <a:xfrm>
          <a:off x="7951529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0E579-C1D5-4EA8-9E44-FE4A7F900DE0}">
      <dsp:nvSpPr>
        <dsp:cNvPr id="0" name=""/>
        <dsp:cNvSpPr/>
      </dsp:nvSpPr>
      <dsp:spPr>
        <a:xfrm>
          <a:off x="8192392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După swap, se aplică: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Eliminări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Gravitație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refill</a:t>
          </a:r>
          <a:endParaRPr lang="en-US" sz="1400" kern="1200" dirty="0"/>
        </a:p>
      </dsp:txBody>
      <dsp:txXfrm>
        <a:off x="8232709" y="980993"/>
        <a:ext cx="2087136" cy="1295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20D83-3368-4084-BE0D-5B90E8BF8920}">
      <dsp:nvSpPr>
        <dsp:cNvPr id="0" name=""/>
        <dsp:cNvSpPr/>
      </dsp:nvSpPr>
      <dsp:spPr>
        <a:xfrm>
          <a:off x="934" y="0"/>
          <a:ext cx="3783439" cy="33159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0" rIns="373720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/>
            <a:t>Bomboanele cad pentru a umple spațiile goale</a:t>
          </a:r>
          <a:endParaRPr lang="en-US" sz="1800" kern="1200"/>
        </a:p>
      </dsp:txBody>
      <dsp:txXfrm>
        <a:off x="934" y="1326382"/>
        <a:ext cx="3783439" cy="1989573"/>
      </dsp:txXfrm>
    </dsp:sp>
    <dsp:sp modelId="{A88761EA-C8E3-4DDE-B4E6-1825AA639909}">
      <dsp:nvSpPr>
        <dsp:cNvPr id="0" name=""/>
        <dsp:cNvSpPr/>
      </dsp:nvSpPr>
      <dsp:spPr>
        <a:xfrm>
          <a:off x="934" y="0"/>
          <a:ext cx="3783439" cy="132638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165100" rIns="37372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934" y="0"/>
        <a:ext cx="3783439" cy="1326382"/>
      </dsp:txXfrm>
    </dsp:sp>
    <dsp:sp modelId="{5BA2F4D9-5CF8-481E-B608-8E956408A61D}">
      <dsp:nvSpPr>
        <dsp:cNvPr id="0" name=""/>
        <dsp:cNvSpPr/>
      </dsp:nvSpPr>
      <dsp:spPr>
        <a:xfrm>
          <a:off x="4087049" y="0"/>
          <a:ext cx="3783439" cy="331595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0" rIns="373720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/>
            <a:t>Celulele de sus sunt reumplute aleatoriu</a:t>
          </a:r>
          <a:endParaRPr lang="en-US" sz="1800" kern="1200"/>
        </a:p>
      </dsp:txBody>
      <dsp:txXfrm>
        <a:off x="4087049" y="1326382"/>
        <a:ext cx="3783439" cy="1989573"/>
      </dsp:txXfrm>
    </dsp:sp>
    <dsp:sp modelId="{A8C73CDE-7E97-42EF-895F-1373034A7880}">
      <dsp:nvSpPr>
        <dsp:cNvPr id="0" name=""/>
        <dsp:cNvSpPr/>
      </dsp:nvSpPr>
      <dsp:spPr>
        <a:xfrm>
          <a:off x="4087049" y="0"/>
          <a:ext cx="3783439" cy="132638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165100" rIns="37372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4087049" y="0"/>
        <a:ext cx="3783439" cy="1326382"/>
      </dsp:txXfrm>
    </dsp:sp>
    <dsp:sp modelId="{5D1307AF-81ED-4548-B111-6227405A81BF}">
      <dsp:nvSpPr>
        <dsp:cNvPr id="0" name=""/>
        <dsp:cNvSpPr/>
      </dsp:nvSpPr>
      <dsp:spPr>
        <a:xfrm>
          <a:off x="8173164" y="0"/>
          <a:ext cx="3783439" cy="33159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0" rIns="373720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Cod esențial: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 r in range(rows-1, -1, -1):</a:t>
          </a:r>
          <a:r>
            <a:rPr lang="ro-RO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      </a:t>
          </a:r>
          <a:r>
            <a:rPr lang="en-US" sz="1800" kern="1200" dirty="0"/>
            <a:t>if grid[r][c] != 0</a:t>
          </a:r>
          <a:r>
            <a:rPr lang="ro-RO" sz="1800" kern="1200" dirty="0"/>
            <a:t>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	</a:t>
          </a:r>
          <a:r>
            <a:rPr lang="en-US" sz="1800" kern="1200" dirty="0"/>
            <a:t>grid[write][c]=grid[r][c]</a:t>
          </a:r>
        </a:p>
      </dsp:txBody>
      <dsp:txXfrm>
        <a:off x="8173164" y="1326382"/>
        <a:ext cx="3783439" cy="1989573"/>
      </dsp:txXfrm>
    </dsp:sp>
    <dsp:sp modelId="{FF2B967A-70F0-405A-92FA-19BF5C1E25AA}">
      <dsp:nvSpPr>
        <dsp:cNvPr id="0" name=""/>
        <dsp:cNvSpPr/>
      </dsp:nvSpPr>
      <dsp:spPr>
        <a:xfrm>
          <a:off x="8173164" y="0"/>
          <a:ext cx="3783439" cy="132638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165100" rIns="37372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8173164" y="0"/>
        <a:ext cx="3783439" cy="13263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6999D-FD90-4BF6-AA9E-292F27B81811}">
      <dsp:nvSpPr>
        <dsp:cNvPr id="0" name=""/>
        <dsp:cNvSpPr/>
      </dsp:nvSpPr>
      <dsp:spPr>
        <a:xfrm>
          <a:off x="0" y="83463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/>
            <a:t>Canvas pentru tabla de joc</a:t>
          </a:r>
          <a:endParaRPr lang="en-US" sz="2100" kern="1200"/>
        </a:p>
      </dsp:txBody>
      <dsp:txXfrm>
        <a:off x="67242" y="150705"/>
        <a:ext cx="6548890" cy="1242971"/>
      </dsp:txXfrm>
    </dsp:sp>
    <dsp:sp modelId="{CF336E41-0A4D-4D68-B71D-47644442E2B9}">
      <dsp:nvSpPr>
        <dsp:cNvPr id="0" name=""/>
        <dsp:cNvSpPr/>
      </dsp:nvSpPr>
      <dsp:spPr>
        <a:xfrm>
          <a:off x="0" y="1521398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-1114520"/>
                <a:satOff val="-4426"/>
                <a:lumOff val="281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114520"/>
                <a:satOff val="-4426"/>
                <a:lumOff val="281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114520"/>
                <a:satOff val="-4426"/>
                <a:lumOff val="281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/>
            <a:t>Controale: Play, Stop, Speed</a:t>
          </a:r>
          <a:endParaRPr lang="en-US" sz="2100" kern="1200"/>
        </a:p>
      </dsp:txBody>
      <dsp:txXfrm>
        <a:off x="67242" y="1588640"/>
        <a:ext cx="6548890" cy="1242971"/>
      </dsp:txXfrm>
    </dsp:sp>
    <dsp:sp modelId="{5088D6E4-A902-4706-BFF9-73B7D97BEEE9}">
      <dsp:nvSpPr>
        <dsp:cNvPr id="0" name=""/>
        <dsp:cNvSpPr/>
      </dsp:nvSpPr>
      <dsp:spPr>
        <a:xfrm>
          <a:off x="0" y="2959334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-2229041"/>
                <a:satOff val="-8853"/>
                <a:lumOff val="56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229041"/>
                <a:satOff val="-8853"/>
                <a:lumOff val="56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229041"/>
                <a:satOff val="-8853"/>
                <a:lumOff val="56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/>
            <a:t>Evidențieri vizuale: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/>
            <a:t>swap – violet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/>
            <a:t>match – roșu</a:t>
          </a:r>
          <a:endParaRPr lang="en-US" sz="2100" kern="1200" dirty="0"/>
        </a:p>
      </dsp:txBody>
      <dsp:txXfrm>
        <a:off x="67242" y="3026576"/>
        <a:ext cx="6548890" cy="1242971"/>
      </dsp:txXfrm>
    </dsp:sp>
    <dsp:sp modelId="{BF873039-B585-4686-8C82-29C4CE91A5D7}">
      <dsp:nvSpPr>
        <dsp:cNvPr id="0" name=""/>
        <dsp:cNvSpPr/>
      </dsp:nvSpPr>
      <dsp:spPr>
        <a:xfrm>
          <a:off x="0" y="4397270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-3343561"/>
                <a:satOff val="-13279"/>
                <a:lumOff val="843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343561"/>
                <a:satOff val="-13279"/>
                <a:lumOff val="843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343561"/>
                <a:satOff val="-13279"/>
                <a:lumOff val="843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/>
            <a:t>Actualizare scor și swap-uri în timp real</a:t>
          </a:r>
          <a:endParaRPr lang="en-US" sz="2100" kern="1200"/>
        </a:p>
      </dsp:txBody>
      <dsp:txXfrm>
        <a:off x="67242" y="4464512"/>
        <a:ext cx="6548890" cy="1242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0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5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4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9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31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76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45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9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4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336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6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3982FB-3003-92CD-DCD2-9666FA09E5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6AA0E-D181-AF4F-8E82-8D261BE6D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>
            <a:normAutofit/>
          </a:bodyPr>
          <a:lstStyle/>
          <a:p>
            <a:r>
              <a:rPr lang="en-US"/>
              <a:t>Candy Crush - </a:t>
            </a:r>
            <a:r>
              <a:rPr lang="ro-RO"/>
              <a:t>copie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9A0F3-2BD5-3577-FBDF-0F6AE0883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o-RO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Moldovan Crina</a:t>
            </a:r>
          </a:p>
          <a:p>
            <a:pPr>
              <a:lnSpc>
                <a:spcPct val="110000"/>
              </a:lnSpc>
            </a:pPr>
            <a:r>
              <a:rPr lang="ro-RO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Informatică</a:t>
            </a:r>
          </a:p>
          <a:p>
            <a:pPr>
              <a:lnSpc>
                <a:spcPct val="110000"/>
              </a:lnSpc>
            </a:pPr>
            <a:r>
              <a:rPr lang="ro-RO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Anul 2</a:t>
            </a:r>
          </a:p>
        </p:txBody>
      </p:sp>
    </p:spTree>
    <p:extLst>
      <p:ext uri="{BB962C8B-B14F-4D97-AF65-F5344CB8AC3E}">
        <p14:creationId xmlns:p14="http://schemas.microsoft.com/office/powerpoint/2010/main" val="3953087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F02843-45E8-4403-8955-54CA98A19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349214-DD18-4CC5-BBAC-F9C216BE7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38418-1946-2464-9425-F024D25B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ro-RO" sz="4400"/>
              <a:t>Candy Crush - copie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05542F-438B-4C62-B13A-916C7F79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908BF-145E-4BE2-A6F0-0A46456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390B3E-FD54-C378-BACB-0192B96DD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248771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6379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DDB7-9C6C-AC0A-FAA3-FB46DC00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 dirty="0"/>
              <a:t>Obiectivul jocului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9C98F-2249-B857-D8CF-E74B4E8C44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110912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176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9236-3A64-587A-8C7B-73ADBA15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Structura codului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AC05-182F-82C0-BE78-BAAC4AB7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79639"/>
            <a:ext cx="10364452" cy="4847301"/>
          </a:xfrm>
        </p:spPr>
        <p:txBody>
          <a:bodyPr>
            <a:normAutofit lnSpcReduction="10000"/>
          </a:bodyPr>
          <a:lstStyle/>
          <a:p>
            <a:r>
              <a:rPr lang="ro-RO" dirty="0"/>
              <a:t>Formation: gestionează liniile de bomboane și scor</a:t>
            </a:r>
          </a:p>
          <a:p>
            <a:r>
              <a:rPr lang="ro-RO" dirty="0"/>
              <a:t>Board – tabla jocului: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Matrice 11x11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Generare aleatorie a bomboanelor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Detectare match-uri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Aplicare eliminări și refill</a:t>
            </a:r>
          </a:p>
          <a:p>
            <a:r>
              <a:rPr lang="ro-RO" dirty="0"/>
              <a:t>CandyUI – interfața grafică: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Canvas pentru tabla de joc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Butoane Play-StopAfișare scor și swap-uri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Evidențiere mutări și match-uri</a:t>
            </a:r>
          </a:p>
        </p:txBody>
      </p:sp>
    </p:spTree>
    <p:extLst>
      <p:ext uri="{BB962C8B-B14F-4D97-AF65-F5344CB8AC3E}">
        <p14:creationId xmlns:p14="http://schemas.microsoft.com/office/powerpoint/2010/main" val="63790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DB47-F9EB-A488-5C6B-C3B9E6B7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/>
              <a:t>Logica detectării match-urilor</a:t>
            </a:r>
            <a:endParaRPr lang="ro-RO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CA6F62-0599-981F-CAD7-6AEF18E53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888269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674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B7CC-64B5-0093-42ED-457FDC71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 dirty="0"/>
              <a:t>Swap și mutări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93FC13-F34A-96EE-8288-0470A83AC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954549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47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4871-63C9-FDEA-C260-AA4DF768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 dirty="0"/>
              <a:t>Gravitație și refill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48DBF1A-3974-6414-7E8F-291C7BE3B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548070"/>
              </p:ext>
            </p:extLst>
          </p:nvPr>
        </p:nvGraphicFramePr>
        <p:xfrm>
          <a:off x="130630" y="2572378"/>
          <a:ext cx="11957538" cy="3315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837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F02843-45E8-4403-8955-54CA98A19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349214-DD18-4CC5-BBAC-F9C216BE7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5820C-DD3B-7B2B-EA5C-C11E0A25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ro-RO" sz="4400"/>
              <a:t>Interfața grafică (CandyUI)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05542F-438B-4C62-B13A-916C7F79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908BF-145E-4BE2-A6F0-0A46456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E4E2D-50C0-5DD9-CDDB-E34051ED2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512584"/>
              </p:ext>
            </p:extLst>
          </p:nvPr>
        </p:nvGraphicFramePr>
        <p:xfrm>
          <a:off x="4594225" y="653143"/>
          <a:ext cx="6683375" cy="5858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4045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7EC69-A971-A0AE-E732-A92C25C0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ro-RO" sz="4400">
                <a:solidFill>
                  <a:srgbClr val="FFFFFF"/>
                </a:solidFill>
              </a:rPr>
              <a:t>Bucla principală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D7F0-97BA-730C-3181-8106FC96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ro-RO" dirty="0"/>
              <a:t>Bucla loop() rulează continuu jocul: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Caută mutare validă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Aplică swap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Detectează și elimină match-uri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Aplică gravitație și refill</a:t>
            </a:r>
          </a:p>
          <a:p>
            <a:r>
              <a:rPr lang="ro-RO" dirty="0"/>
              <a:t>Viteza poate fi controlată din spinbox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7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9346-DEE1-8662-E643-2F84B12D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274" y="2952165"/>
            <a:ext cx="8886884" cy="953669"/>
          </a:xfrm>
        </p:spPr>
        <p:txBody>
          <a:bodyPr/>
          <a:lstStyle/>
          <a:p>
            <a:pPr algn="ctr"/>
            <a:r>
              <a:rPr lang="ro-RO" dirty="0"/>
              <a:t>Mulțumesc pentru atenție! 💞</a:t>
            </a:r>
          </a:p>
        </p:txBody>
      </p:sp>
    </p:spTree>
    <p:extLst>
      <p:ext uri="{BB962C8B-B14F-4D97-AF65-F5344CB8AC3E}">
        <p14:creationId xmlns:p14="http://schemas.microsoft.com/office/powerpoint/2010/main" val="314182057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0</TotalTime>
  <Words>327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Tw Cen MT</vt:lpstr>
      <vt:lpstr>Wingdings</vt:lpstr>
      <vt:lpstr>Droplet</vt:lpstr>
      <vt:lpstr>Candy Crush - copie</vt:lpstr>
      <vt:lpstr>Candy Crush - copie</vt:lpstr>
      <vt:lpstr>Obiectivul jocului</vt:lpstr>
      <vt:lpstr>Structura codului</vt:lpstr>
      <vt:lpstr>Logica detectării match-urilor</vt:lpstr>
      <vt:lpstr>Swap și mutări</vt:lpstr>
      <vt:lpstr>Gravitație și refill</vt:lpstr>
      <vt:lpstr>Interfața grafică (CandyUI)</vt:lpstr>
      <vt:lpstr>Bucla principală</vt:lpstr>
      <vt:lpstr>Mulțumesc pentru atenție! 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Cosmina Crina Moldovan</dc:creator>
  <cp:lastModifiedBy>Cosmina Crina Moldovan</cp:lastModifiedBy>
  <cp:revision>1</cp:revision>
  <dcterms:created xsi:type="dcterms:W3CDTF">2026-01-12T00:41:07Z</dcterms:created>
  <dcterms:modified xsi:type="dcterms:W3CDTF">2026-01-12T01:31:26Z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2026-01-12T01:31:15Z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a058a4ec-048f-44de-8a8a-16f315404b3b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